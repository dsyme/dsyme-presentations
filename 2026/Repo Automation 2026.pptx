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23"/>
  </p:notesMasterIdLst>
  <p:sldIdLst>
    <p:sldId id="256" r:id="rId2"/>
    <p:sldId id="257" r:id="rId3"/>
    <p:sldId id="260" r:id="rId4"/>
    <p:sldId id="316" r:id="rId5"/>
    <p:sldId id="317" r:id="rId6"/>
    <p:sldId id="310" r:id="rId7"/>
    <p:sldId id="321" r:id="rId8"/>
    <p:sldId id="493" r:id="rId9"/>
    <p:sldId id="306" r:id="rId10"/>
    <p:sldId id="307" r:id="rId11"/>
    <p:sldId id="319" r:id="rId12"/>
    <p:sldId id="320" r:id="rId13"/>
    <p:sldId id="308" r:id="rId14"/>
    <p:sldId id="309" r:id="rId15"/>
    <p:sldId id="327" r:id="rId16"/>
    <p:sldId id="328" r:id="rId17"/>
    <p:sldId id="322" r:id="rId18"/>
    <p:sldId id="323" r:id="rId19"/>
    <p:sldId id="324" r:id="rId20"/>
    <p:sldId id="326" r:id="rId21"/>
    <p:sldId id="325" r:id="rId22"/>
  </p:sldIdLst>
  <p:sldSz cx="9144000" cy="5143500" type="screen16x9"/>
  <p:notesSz cx="6858000" cy="9144000"/>
  <p:embeddedFontLst>
    <p:embeddedFont>
      <p:font typeface="Inter" panose="020B0604020202020204" charset="0"/>
      <p:regular r:id="rId24"/>
      <p:bold r:id="rId25"/>
      <p:italic r:id="rId26"/>
      <p:boldItalic r:id="rId27"/>
    </p:embeddedFont>
    <p:embeddedFont>
      <p:font typeface="Inter Black" panose="020B0604020202020204" charset="0"/>
      <p:bold r:id="rId28"/>
      <p:boldItalic r:id="rId29"/>
    </p:embeddedFont>
    <p:embeddedFont>
      <p:font typeface="Inter Light" panose="020B0604020202020204" charset="0"/>
      <p:regular r:id="rId30"/>
      <p:bold r:id="rId31"/>
      <p:italic r:id="rId32"/>
      <p:boldItalic r:id="rId33"/>
    </p:embeddedFont>
    <p:embeddedFont>
      <p:font typeface="Roboto" panose="020000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A50432-7A4A-453E-999A-BC58749F0904}" v="26" dt="2026-05-06T15:24:35.8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3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1.fntdata"/><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 Syme" userId="dd9123c1e35c60ae" providerId="LiveId" clId="{558C6075-CD96-49CC-AC4E-EEE051D025B9}"/>
    <pc:docChg chg="undo custSel addSld delSld modSld sldOrd">
      <pc:chgData name="Don Syme" userId="dd9123c1e35c60ae" providerId="LiveId" clId="{558C6075-CD96-49CC-AC4E-EEE051D025B9}" dt="2026-05-06T15:24:51.125" v="2393" actId="47"/>
      <pc:docMkLst>
        <pc:docMk/>
      </pc:docMkLst>
      <pc:sldChg chg="modSp mod">
        <pc:chgData name="Don Syme" userId="dd9123c1e35c60ae" providerId="LiveId" clId="{558C6075-CD96-49CC-AC4E-EEE051D025B9}" dt="2026-05-05T15:13:25.173" v="51" actId="20577"/>
        <pc:sldMkLst>
          <pc:docMk/>
          <pc:sldMk cId="0" sldId="256"/>
        </pc:sldMkLst>
        <pc:spChg chg="mod">
          <ac:chgData name="Don Syme" userId="dd9123c1e35c60ae" providerId="LiveId" clId="{558C6075-CD96-49CC-AC4E-EEE051D025B9}" dt="2026-05-05T15:13:22.254" v="44" actId="20577"/>
          <ac:spMkLst>
            <pc:docMk/>
            <pc:sldMk cId="0" sldId="256"/>
            <ac:spMk id="41" creationId="{00000000-0000-0000-0000-000000000000}"/>
          </ac:spMkLst>
        </pc:spChg>
        <pc:spChg chg="mod">
          <ac:chgData name="Don Syme" userId="dd9123c1e35c60ae" providerId="LiveId" clId="{558C6075-CD96-49CC-AC4E-EEE051D025B9}" dt="2026-05-05T15:13:25.173" v="51" actId="20577"/>
          <ac:spMkLst>
            <pc:docMk/>
            <pc:sldMk cId="0" sldId="256"/>
            <ac:spMk id="42" creationId="{00000000-0000-0000-0000-000000000000}"/>
          </ac:spMkLst>
        </pc:spChg>
      </pc:sldChg>
      <pc:sldChg chg="del">
        <pc:chgData name="Don Syme" userId="dd9123c1e35c60ae" providerId="LiveId" clId="{558C6075-CD96-49CC-AC4E-EEE051D025B9}" dt="2026-05-05T15:13:39.110" v="52" actId="47"/>
        <pc:sldMkLst>
          <pc:docMk/>
          <pc:sldMk cId="0" sldId="258"/>
        </pc:sldMkLst>
      </pc:sldChg>
      <pc:sldChg chg="del">
        <pc:chgData name="Don Syme" userId="dd9123c1e35c60ae" providerId="LiveId" clId="{558C6075-CD96-49CC-AC4E-EEE051D025B9}" dt="2026-05-05T15:13:39.949" v="53" actId="47"/>
        <pc:sldMkLst>
          <pc:docMk/>
          <pc:sldMk cId="0" sldId="259"/>
        </pc:sldMkLst>
      </pc:sldChg>
      <pc:sldChg chg="modSp add del mod">
        <pc:chgData name="Don Syme" userId="dd9123c1e35c60ae" providerId="LiveId" clId="{558C6075-CD96-49CC-AC4E-EEE051D025B9}" dt="2026-05-06T15:14:26.771" v="1596" actId="20577"/>
        <pc:sldMkLst>
          <pc:docMk/>
          <pc:sldMk cId="0" sldId="260"/>
        </pc:sldMkLst>
        <pc:spChg chg="mod">
          <ac:chgData name="Don Syme" userId="dd9123c1e35c60ae" providerId="LiveId" clId="{558C6075-CD96-49CC-AC4E-EEE051D025B9}" dt="2026-05-06T15:14:26.771" v="1596" actId="20577"/>
          <ac:spMkLst>
            <pc:docMk/>
            <pc:sldMk cId="0" sldId="260"/>
            <ac:spMk id="67" creationId="{00000000-0000-0000-0000-000000000000}"/>
          </ac:spMkLst>
        </pc:spChg>
      </pc:sldChg>
      <pc:sldChg chg="del">
        <pc:chgData name="Don Syme" userId="dd9123c1e35c60ae" providerId="LiveId" clId="{558C6075-CD96-49CC-AC4E-EEE051D025B9}" dt="2026-05-05T15:13:45.312" v="56" actId="47"/>
        <pc:sldMkLst>
          <pc:docMk/>
          <pc:sldMk cId="0" sldId="261"/>
        </pc:sldMkLst>
      </pc:sldChg>
      <pc:sldChg chg="del">
        <pc:chgData name="Don Syme" userId="dd9123c1e35c60ae" providerId="LiveId" clId="{558C6075-CD96-49CC-AC4E-EEE051D025B9}" dt="2026-05-05T15:13:46.069" v="57" actId="47"/>
        <pc:sldMkLst>
          <pc:docMk/>
          <pc:sldMk cId="0" sldId="262"/>
        </pc:sldMkLst>
      </pc:sldChg>
      <pc:sldChg chg="del">
        <pc:chgData name="Don Syme" userId="dd9123c1e35c60ae" providerId="LiveId" clId="{558C6075-CD96-49CC-AC4E-EEE051D025B9}" dt="2026-05-05T15:13:47.165" v="59" actId="47"/>
        <pc:sldMkLst>
          <pc:docMk/>
          <pc:sldMk cId="0" sldId="263"/>
        </pc:sldMkLst>
      </pc:sldChg>
      <pc:sldChg chg="del">
        <pc:chgData name="Don Syme" userId="dd9123c1e35c60ae" providerId="LiveId" clId="{558C6075-CD96-49CC-AC4E-EEE051D025B9}" dt="2026-05-05T15:13:47.586" v="60" actId="47"/>
        <pc:sldMkLst>
          <pc:docMk/>
          <pc:sldMk cId="0" sldId="264"/>
        </pc:sldMkLst>
      </pc:sldChg>
      <pc:sldChg chg="del">
        <pc:chgData name="Don Syme" userId="dd9123c1e35c60ae" providerId="LiveId" clId="{558C6075-CD96-49CC-AC4E-EEE051D025B9}" dt="2026-05-05T15:13:47.946" v="61" actId="47"/>
        <pc:sldMkLst>
          <pc:docMk/>
          <pc:sldMk cId="0" sldId="265"/>
        </pc:sldMkLst>
      </pc:sldChg>
      <pc:sldChg chg="del">
        <pc:chgData name="Don Syme" userId="dd9123c1e35c60ae" providerId="LiveId" clId="{558C6075-CD96-49CC-AC4E-EEE051D025B9}" dt="2026-05-05T15:13:48.301" v="62" actId="47"/>
        <pc:sldMkLst>
          <pc:docMk/>
          <pc:sldMk cId="0" sldId="266"/>
        </pc:sldMkLst>
      </pc:sldChg>
      <pc:sldChg chg="del">
        <pc:chgData name="Don Syme" userId="dd9123c1e35c60ae" providerId="LiveId" clId="{558C6075-CD96-49CC-AC4E-EEE051D025B9}" dt="2026-05-05T15:13:48.650" v="63" actId="47"/>
        <pc:sldMkLst>
          <pc:docMk/>
          <pc:sldMk cId="0" sldId="267"/>
        </pc:sldMkLst>
      </pc:sldChg>
      <pc:sldChg chg="del">
        <pc:chgData name="Don Syme" userId="dd9123c1e35c60ae" providerId="LiveId" clId="{558C6075-CD96-49CC-AC4E-EEE051D025B9}" dt="2026-05-05T15:13:49.045" v="64" actId="47"/>
        <pc:sldMkLst>
          <pc:docMk/>
          <pc:sldMk cId="0" sldId="268"/>
        </pc:sldMkLst>
      </pc:sldChg>
      <pc:sldChg chg="del">
        <pc:chgData name="Don Syme" userId="dd9123c1e35c60ae" providerId="LiveId" clId="{558C6075-CD96-49CC-AC4E-EEE051D025B9}" dt="2026-05-05T15:13:49.347" v="65" actId="47"/>
        <pc:sldMkLst>
          <pc:docMk/>
          <pc:sldMk cId="0" sldId="269"/>
        </pc:sldMkLst>
      </pc:sldChg>
      <pc:sldChg chg="del">
        <pc:chgData name="Don Syme" userId="dd9123c1e35c60ae" providerId="LiveId" clId="{558C6075-CD96-49CC-AC4E-EEE051D025B9}" dt="2026-05-05T15:13:49.651" v="66" actId="47"/>
        <pc:sldMkLst>
          <pc:docMk/>
          <pc:sldMk cId="0" sldId="270"/>
        </pc:sldMkLst>
      </pc:sldChg>
      <pc:sldChg chg="del">
        <pc:chgData name="Don Syme" userId="dd9123c1e35c60ae" providerId="LiveId" clId="{558C6075-CD96-49CC-AC4E-EEE051D025B9}" dt="2026-05-05T15:13:49.946" v="67" actId="47"/>
        <pc:sldMkLst>
          <pc:docMk/>
          <pc:sldMk cId="0" sldId="271"/>
        </pc:sldMkLst>
      </pc:sldChg>
      <pc:sldChg chg="del">
        <pc:chgData name="Don Syme" userId="dd9123c1e35c60ae" providerId="LiveId" clId="{558C6075-CD96-49CC-AC4E-EEE051D025B9}" dt="2026-05-05T15:13:50.348" v="68" actId="47"/>
        <pc:sldMkLst>
          <pc:docMk/>
          <pc:sldMk cId="0" sldId="272"/>
        </pc:sldMkLst>
      </pc:sldChg>
      <pc:sldChg chg="del">
        <pc:chgData name="Don Syme" userId="dd9123c1e35c60ae" providerId="LiveId" clId="{558C6075-CD96-49CC-AC4E-EEE051D025B9}" dt="2026-05-05T15:13:50.689" v="69" actId="47"/>
        <pc:sldMkLst>
          <pc:docMk/>
          <pc:sldMk cId="0" sldId="273"/>
        </pc:sldMkLst>
      </pc:sldChg>
      <pc:sldChg chg="del">
        <pc:chgData name="Don Syme" userId="dd9123c1e35c60ae" providerId="LiveId" clId="{558C6075-CD96-49CC-AC4E-EEE051D025B9}" dt="2026-05-05T15:13:51.040" v="70" actId="47"/>
        <pc:sldMkLst>
          <pc:docMk/>
          <pc:sldMk cId="0" sldId="274"/>
        </pc:sldMkLst>
      </pc:sldChg>
      <pc:sldChg chg="del">
        <pc:chgData name="Don Syme" userId="dd9123c1e35c60ae" providerId="LiveId" clId="{558C6075-CD96-49CC-AC4E-EEE051D025B9}" dt="2026-05-06T14:59:59.555" v="80" actId="47"/>
        <pc:sldMkLst>
          <pc:docMk/>
          <pc:sldMk cId="1577780490" sldId="275"/>
        </pc:sldMkLst>
      </pc:sldChg>
      <pc:sldChg chg="del">
        <pc:chgData name="Don Syme" userId="dd9123c1e35c60ae" providerId="LiveId" clId="{558C6075-CD96-49CC-AC4E-EEE051D025B9}" dt="2026-05-05T15:13:51.397" v="71" actId="47"/>
        <pc:sldMkLst>
          <pc:docMk/>
          <pc:sldMk cId="0" sldId="276"/>
        </pc:sldMkLst>
      </pc:sldChg>
      <pc:sldChg chg="del">
        <pc:chgData name="Don Syme" userId="dd9123c1e35c60ae" providerId="LiveId" clId="{558C6075-CD96-49CC-AC4E-EEE051D025B9}" dt="2026-05-05T15:13:53.122" v="72" actId="47"/>
        <pc:sldMkLst>
          <pc:docMk/>
          <pc:sldMk cId="0" sldId="277"/>
        </pc:sldMkLst>
      </pc:sldChg>
      <pc:sldChg chg="del">
        <pc:chgData name="Don Syme" userId="dd9123c1e35c60ae" providerId="LiveId" clId="{558C6075-CD96-49CC-AC4E-EEE051D025B9}" dt="2026-05-05T15:13:53.506" v="73" actId="47"/>
        <pc:sldMkLst>
          <pc:docMk/>
          <pc:sldMk cId="0" sldId="278"/>
        </pc:sldMkLst>
      </pc:sldChg>
      <pc:sldChg chg="del">
        <pc:chgData name="Don Syme" userId="dd9123c1e35c60ae" providerId="LiveId" clId="{558C6075-CD96-49CC-AC4E-EEE051D025B9}" dt="2026-05-06T15:00:16.688" v="92" actId="47"/>
        <pc:sldMkLst>
          <pc:docMk/>
          <pc:sldMk cId="0" sldId="280"/>
        </pc:sldMkLst>
      </pc:sldChg>
      <pc:sldChg chg="del">
        <pc:chgData name="Don Syme" userId="dd9123c1e35c60ae" providerId="LiveId" clId="{558C6075-CD96-49CC-AC4E-EEE051D025B9}" dt="2026-05-06T15:00:13.901" v="86" actId="47"/>
        <pc:sldMkLst>
          <pc:docMk/>
          <pc:sldMk cId="0" sldId="281"/>
        </pc:sldMkLst>
      </pc:sldChg>
      <pc:sldChg chg="del">
        <pc:chgData name="Don Syme" userId="dd9123c1e35c60ae" providerId="LiveId" clId="{558C6075-CD96-49CC-AC4E-EEE051D025B9}" dt="2026-05-06T15:00:14.376" v="87" actId="47"/>
        <pc:sldMkLst>
          <pc:docMk/>
          <pc:sldMk cId="0" sldId="284"/>
        </pc:sldMkLst>
      </pc:sldChg>
      <pc:sldChg chg="del">
        <pc:chgData name="Don Syme" userId="dd9123c1e35c60ae" providerId="LiveId" clId="{558C6075-CD96-49CC-AC4E-EEE051D025B9}" dt="2026-05-06T15:00:04.468" v="81" actId="47"/>
        <pc:sldMkLst>
          <pc:docMk/>
          <pc:sldMk cId="1261541678" sldId="288"/>
        </pc:sldMkLst>
      </pc:sldChg>
      <pc:sldChg chg="del">
        <pc:chgData name="Don Syme" userId="dd9123c1e35c60ae" providerId="LiveId" clId="{558C6075-CD96-49CC-AC4E-EEE051D025B9}" dt="2026-05-06T15:00:06.597" v="82" actId="47"/>
        <pc:sldMkLst>
          <pc:docMk/>
          <pc:sldMk cId="1258066768" sldId="289"/>
        </pc:sldMkLst>
      </pc:sldChg>
      <pc:sldChg chg="del">
        <pc:chgData name="Don Syme" userId="dd9123c1e35c60ae" providerId="LiveId" clId="{558C6075-CD96-49CC-AC4E-EEE051D025B9}" dt="2026-05-06T15:00:07.457" v="83" actId="47"/>
        <pc:sldMkLst>
          <pc:docMk/>
          <pc:sldMk cId="1894572725" sldId="290"/>
        </pc:sldMkLst>
      </pc:sldChg>
      <pc:sldChg chg="del">
        <pc:chgData name="Don Syme" userId="dd9123c1e35c60ae" providerId="LiveId" clId="{558C6075-CD96-49CC-AC4E-EEE051D025B9}" dt="2026-05-06T15:00:08.395" v="84" actId="47"/>
        <pc:sldMkLst>
          <pc:docMk/>
          <pc:sldMk cId="3392530688" sldId="291"/>
        </pc:sldMkLst>
      </pc:sldChg>
      <pc:sldChg chg="del">
        <pc:chgData name="Don Syme" userId="dd9123c1e35c60ae" providerId="LiveId" clId="{558C6075-CD96-49CC-AC4E-EEE051D025B9}" dt="2026-05-06T15:00:09.958" v="85" actId="47"/>
        <pc:sldMkLst>
          <pc:docMk/>
          <pc:sldMk cId="3080516056" sldId="292"/>
        </pc:sldMkLst>
      </pc:sldChg>
      <pc:sldChg chg="del">
        <pc:chgData name="Don Syme" userId="dd9123c1e35c60ae" providerId="LiveId" clId="{558C6075-CD96-49CC-AC4E-EEE051D025B9}" dt="2026-05-06T15:00:14.826" v="88" actId="47"/>
        <pc:sldMkLst>
          <pc:docMk/>
          <pc:sldMk cId="0" sldId="296"/>
        </pc:sldMkLst>
      </pc:sldChg>
      <pc:sldChg chg="del">
        <pc:chgData name="Don Syme" userId="dd9123c1e35c60ae" providerId="LiveId" clId="{558C6075-CD96-49CC-AC4E-EEE051D025B9}" dt="2026-05-06T15:00:15.290" v="89" actId="47"/>
        <pc:sldMkLst>
          <pc:docMk/>
          <pc:sldMk cId="0" sldId="298"/>
        </pc:sldMkLst>
      </pc:sldChg>
      <pc:sldChg chg="del">
        <pc:chgData name="Don Syme" userId="dd9123c1e35c60ae" providerId="LiveId" clId="{558C6075-CD96-49CC-AC4E-EEE051D025B9}" dt="2026-05-06T15:00:15.755" v="90" actId="47"/>
        <pc:sldMkLst>
          <pc:docMk/>
          <pc:sldMk cId="0" sldId="300"/>
        </pc:sldMkLst>
      </pc:sldChg>
      <pc:sldChg chg="del">
        <pc:chgData name="Don Syme" userId="dd9123c1e35c60ae" providerId="LiveId" clId="{558C6075-CD96-49CC-AC4E-EEE051D025B9}" dt="2026-05-06T15:00:16.210" v="91" actId="47"/>
        <pc:sldMkLst>
          <pc:docMk/>
          <pc:sldMk cId="0" sldId="301"/>
        </pc:sldMkLst>
      </pc:sldChg>
      <pc:sldChg chg="del">
        <pc:chgData name="Don Syme" userId="dd9123c1e35c60ae" providerId="LiveId" clId="{558C6075-CD96-49CC-AC4E-EEE051D025B9}" dt="2026-05-06T14:59:44.391" v="77" actId="47"/>
        <pc:sldMkLst>
          <pc:docMk/>
          <pc:sldMk cId="2408520542" sldId="302"/>
        </pc:sldMkLst>
      </pc:sldChg>
      <pc:sldChg chg="del">
        <pc:chgData name="Don Syme" userId="dd9123c1e35c60ae" providerId="LiveId" clId="{558C6075-CD96-49CC-AC4E-EEE051D025B9}" dt="2026-05-06T14:59:48.458" v="79" actId="47"/>
        <pc:sldMkLst>
          <pc:docMk/>
          <pc:sldMk cId="2710777208" sldId="303"/>
        </pc:sldMkLst>
      </pc:sldChg>
      <pc:sldChg chg="del">
        <pc:chgData name="Don Syme" userId="dd9123c1e35c60ae" providerId="LiveId" clId="{558C6075-CD96-49CC-AC4E-EEE051D025B9}" dt="2026-05-05T15:13:46.522" v="58" actId="47"/>
        <pc:sldMkLst>
          <pc:docMk/>
          <pc:sldMk cId="4132336916" sldId="305"/>
        </pc:sldMkLst>
      </pc:sldChg>
      <pc:sldChg chg="del">
        <pc:chgData name="Don Syme" userId="dd9123c1e35c60ae" providerId="LiveId" clId="{558C6075-CD96-49CC-AC4E-EEE051D025B9}" dt="2026-05-06T14:59:31.359" v="75" actId="47"/>
        <pc:sldMkLst>
          <pc:docMk/>
          <pc:sldMk cId="1340320545" sldId="311"/>
        </pc:sldMkLst>
      </pc:sldChg>
      <pc:sldChg chg="del">
        <pc:chgData name="Don Syme" userId="dd9123c1e35c60ae" providerId="LiveId" clId="{558C6075-CD96-49CC-AC4E-EEE051D025B9}" dt="2026-05-06T14:59:44.855" v="78" actId="47"/>
        <pc:sldMkLst>
          <pc:docMk/>
          <pc:sldMk cId="4065558725" sldId="312"/>
        </pc:sldMkLst>
      </pc:sldChg>
      <pc:sldChg chg="del">
        <pc:chgData name="Don Syme" userId="dd9123c1e35c60ae" providerId="LiveId" clId="{558C6075-CD96-49CC-AC4E-EEE051D025B9}" dt="2026-05-06T15:13:31.288" v="1460" actId="47"/>
        <pc:sldMkLst>
          <pc:docMk/>
          <pc:sldMk cId="881573985" sldId="313"/>
        </pc:sldMkLst>
      </pc:sldChg>
      <pc:sldChg chg="modSp mod">
        <pc:chgData name="Don Syme" userId="dd9123c1e35c60ae" providerId="LiveId" clId="{558C6075-CD96-49CC-AC4E-EEE051D025B9}" dt="2026-05-06T15:14:31.888" v="1598" actId="20577"/>
        <pc:sldMkLst>
          <pc:docMk/>
          <pc:sldMk cId="921963229" sldId="316"/>
        </pc:sldMkLst>
        <pc:spChg chg="mod">
          <ac:chgData name="Don Syme" userId="dd9123c1e35c60ae" providerId="LiveId" clId="{558C6075-CD96-49CC-AC4E-EEE051D025B9}" dt="2026-05-06T15:14:31.888" v="1598" actId="20577"/>
          <ac:spMkLst>
            <pc:docMk/>
            <pc:sldMk cId="921963229" sldId="316"/>
            <ac:spMk id="67" creationId="{D63575D5-EC18-779C-73AF-F2BCCA57FF02}"/>
          </ac:spMkLst>
        </pc:spChg>
      </pc:sldChg>
      <pc:sldChg chg="del">
        <pc:chgData name="Don Syme" userId="dd9123c1e35c60ae" providerId="LiveId" clId="{558C6075-CD96-49CC-AC4E-EEE051D025B9}" dt="2026-05-05T15:14:04.482" v="74" actId="47"/>
        <pc:sldMkLst>
          <pc:docMk/>
          <pc:sldMk cId="0" sldId="318"/>
        </pc:sldMkLst>
      </pc:sldChg>
      <pc:sldChg chg="del">
        <pc:chgData name="Don Syme" userId="dd9123c1e35c60ae" providerId="LiveId" clId="{558C6075-CD96-49CC-AC4E-EEE051D025B9}" dt="2026-05-06T14:59:34.267" v="76" actId="47"/>
        <pc:sldMkLst>
          <pc:docMk/>
          <pc:sldMk cId="0" sldId="322"/>
        </pc:sldMkLst>
      </pc:sldChg>
      <pc:sldChg chg="modSp add mod">
        <pc:chgData name="Don Syme" userId="dd9123c1e35c60ae" providerId="LiveId" clId="{558C6075-CD96-49CC-AC4E-EEE051D025B9}" dt="2026-05-06T15:00:25.754" v="101" actId="20577"/>
        <pc:sldMkLst>
          <pc:docMk/>
          <pc:sldMk cId="1052713260" sldId="322"/>
        </pc:sldMkLst>
        <pc:spChg chg="mod">
          <ac:chgData name="Don Syme" userId="dd9123c1e35c60ae" providerId="LiveId" clId="{558C6075-CD96-49CC-AC4E-EEE051D025B9}" dt="2026-05-06T15:00:25.754" v="101" actId="20577"/>
          <ac:spMkLst>
            <pc:docMk/>
            <pc:sldMk cId="1052713260" sldId="322"/>
            <ac:spMk id="207" creationId="{0E4DF329-F1B1-090C-4B5D-96341DC73A2D}"/>
          </ac:spMkLst>
        </pc:spChg>
      </pc:sldChg>
      <pc:sldChg chg="modSp add mod">
        <pc:chgData name="Don Syme" userId="dd9123c1e35c60ae" providerId="LiveId" clId="{558C6075-CD96-49CC-AC4E-EEE051D025B9}" dt="2026-05-06T15:20:37.974" v="2051" actId="20577"/>
        <pc:sldMkLst>
          <pc:docMk/>
          <pc:sldMk cId="1746848392" sldId="323"/>
        </pc:sldMkLst>
        <pc:spChg chg="mod">
          <ac:chgData name="Don Syme" userId="dd9123c1e35c60ae" providerId="LiveId" clId="{558C6075-CD96-49CC-AC4E-EEE051D025B9}" dt="2026-05-06T15:20:37.974" v="2051" actId="20577"/>
          <ac:spMkLst>
            <pc:docMk/>
            <pc:sldMk cId="1746848392" sldId="323"/>
            <ac:spMk id="207" creationId="{5D168E52-B57F-D48B-2028-AED9588D2B65}"/>
          </ac:spMkLst>
        </pc:spChg>
      </pc:sldChg>
      <pc:sldChg chg="modSp add mod">
        <pc:chgData name="Don Syme" userId="dd9123c1e35c60ae" providerId="LiveId" clId="{558C6075-CD96-49CC-AC4E-EEE051D025B9}" dt="2026-05-06T15:18:57.240" v="1974" actId="404"/>
        <pc:sldMkLst>
          <pc:docMk/>
          <pc:sldMk cId="3113749423" sldId="324"/>
        </pc:sldMkLst>
        <pc:spChg chg="mod">
          <ac:chgData name="Don Syme" userId="dd9123c1e35c60ae" providerId="LiveId" clId="{558C6075-CD96-49CC-AC4E-EEE051D025B9}" dt="2026-05-06T15:18:57.240" v="1974" actId="404"/>
          <ac:spMkLst>
            <pc:docMk/>
            <pc:sldMk cId="3113749423" sldId="324"/>
            <ac:spMk id="207" creationId="{76BF6528-9C6E-F1CA-4389-CF01798B4DFA}"/>
          </ac:spMkLst>
        </pc:spChg>
      </pc:sldChg>
      <pc:sldChg chg="modSp add mod ord">
        <pc:chgData name="Don Syme" userId="dd9123c1e35c60ae" providerId="LiveId" clId="{558C6075-CD96-49CC-AC4E-EEE051D025B9}" dt="2026-05-06T15:22:56.326" v="2368" actId="20577"/>
        <pc:sldMkLst>
          <pc:docMk/>
          <pc:sldMk cId="3748911112" sldId="325"/>
        </pc:sldMkLst>
        <pc:spChg chg="mod">
          <ac:chgData name="Don Syme" userId="dd9123c1e35c60ae" providerId="LiveId" clId="{558C6075-CD96-49CC-AC4E-EEE051D025B9}" dt="2026-05-06T15:22:56.326" v="2368" actId="20577"/>
          <ac:spMkLst>
            <pc:docMk/>
            <pc:sldMk cId="3748911112" sldId="325"/>
            <ac:spMk id="207" creationId="{5D18B4A9-0182-9975-4560-FBA6A680182C}"/>
          </ac:spMkLst>
        </pc:spChg>
      </pc:sldChg>
      <pc:sldChg chg="modSp add mod">
        <pc:chgData name="Don Syme" userId="dd9123c1e35c60ae" providerId="LiveId" clId="{558C6075-CD96-49CC-AC4E-EEE051D025B9}" dt="2026-05-06T15:12:46.272" v="1416" actId="20577"/>
        <pc:sldMkLst>
          <pc:docMk/>
          <pc:sldMk cId="1976786400" sldId="326"/>
        </pc:sldMkLst>
        <pc:spChg chg="mod">
          <ac:chgData name="Don Syme" userId="dd9123c1e35c60ae" providerId="LiveId" clId="{558C6075-CD96-49CC-AC4E-EEE051D025B9}" dt="2026-05-06T15:12:46.272" v="1416" actId="20577"/>
          <ac:spMkLst>
            <pc:docMk/>
            <pc:sldMk cId="1976786400" sldId="326"/>
            <ac:spMk id="207" creationId="{AC6EF345-B42D-BDE4-B478-FA7507B071B3}"/>
          </ac:spMkLst>
        </pc:spChg>
      </pc:sldChg>
      <pc:sldChg chg="modSp add mod">
        <pc:chgData name="Don Syme" userId="dd9123c1e35c60ae" providerId="LiveId" clId="{558C6075-CD96-49CC-AC4E-EEE051D025B9}" dt="2026-05-06T15:13:12.103" v="1459" actId="20577"/>
        <pc:sldMkLst>
          <pc:docMk/>
          <pc:sldMk cId="3502685237" sldId="327"/>
        </pc:sldMkLst>
        <pc:spChg chg="mod">
          <ac:chgData name="Don Syme" userId="dd9123c1e35c60ae" providerId="LiveId" clId="{558C6075-CD96-49CC-AC4E-EEE051D025B9}" dt="2026-05-06T15:13:12.103" v="1459" actId="20577"/>
          <ac:spMkLst>
            <pc:docMk/>
            <pc:sldMk cId="3502685237" sldId="327"/>
            <ac:spMk id="165" creationId="{170DB15F-079B-2753-122D-27152D66D0E2}"/>
          </ac:spMkLst>
        </pc:spChg>
      </pc:sldChg>
      <pc:sldChg chg="modSp add mod">
        <pc:chgData name="Don Syme" userId="dd9123c1e35c60ae" providerId="LiveId" clId="{558C6075-CD96-49CC-AC4E-EEE051D025B9}" dt="2026-05-06T15:19:55.104" v="2005" actId="20577"/>
        <pc:sldMkLst>
          <pc:docMk/>
          <pc:sldMk cId="2371638243" sldId="328"/>
        </pc:sldMkLst>
        <pc:spChg chg="mod">
          <ac:chgData name="Don Syme" userId="dd9123c1e35c60ae" providerId="LiveId" clId="{558C6075-CD96-49CC-AC4E-EEE051D025B9}" dt="2026-05-06T15:19:55.104" v="2005" actId="20577"/>
          <ac:spMkLst>
            <pc:docMk/>
            <pc:sldMk cId="2371638243" sldId="328"/>
            <ac:spMk id="165" creationId="{402E96E0-02D5-CFA2-8701-D1C101B550EC}"/>
          </ac:spMkLst>
        </pc:spChg>
      </pc:sldChg>
      <pc:sldChg chg="modSp add del mod">
        <pc:chgData name="Don Syme" userId="dd9123c1e35c60ae" providerId="LiveId" clId="{558C6075-CD96-49CC-AC4E-EEE051D025B9}" dt="2026-05-06T15:21:25.066" v="2097" actId="47"/>
        <pc:sldMkLst>
          <pc:docMk/>
          <pc:sldMk cId="1795858006" sldId="329"/>
        </pc:sldMkLst>
        <pc:spChg chg="mod">
          <ac:chgData name="Don Syme" userId="dd9123c1e35c60ae" providerId="LiveId" clId="{558C6075-CD96-49CC-AC4E-EEE051D025B9}" dt="2026-05-06T15:21:06.656" v="2096" actId="20577"/>
          <ac:spMkLst>
            <pc:docMk/>
            <pc:sldMk cId="1795858006" sldId="329"/>
            <ac:spMk id="207" creationId="{F1D64C99-F055-8E2F-A447-30DC7406139B}"/>
          </ac:spMkLst>
        </pc:spChg>
      </pc:sldChg>
      <pc:sldChg chg="modSp add del mod">
        <pc:chgData name="Don Syme" userId="dd9123c1e35c60ae" providerId="LiveId" clId="{558C6075-CD96-49CC-AC4E-EEE051D025B9}" dt="2026-05-06T15:24:51.125" v="2393" actId="47"/>
        <pc:sldMkLst>
          <pc:docMk/>
          <pc:sldMk cId="3335022246" sldId="491"/>
        </pc:sldMkLst>
        <pc:spChg chg="mod">
          <ac:chgData name="Don Syme" userId="dd9123c1e35c60ae" providerId="LiveId" clId="{558C6075-CD96-49CC-AC4E-EEE051D025B9}" dt="2026-05-06T15:24:19.942" v="2386" actId="20577"/>
          <ac:spMkLst>
            <pc:docMk/>
            <pc:sldMk cId="3335022246" sldId="491"/>
            <ac:spMk id="3" creationId="{837CE51A-06C8-2A8F-9557-DBC2CBC8590D}"/>
          </ac:spMkLst>
        </pc:spChg>
        <pc:spChg chg="mod">
          <ac:chgData name="Don Syme" userId="dd9123c1e35c60ae" providerId="LiveId" clId="{558C6075-CD96-49CC-AC4E-EEE051D025B9}" dt="2026-05-06T15:24:46.483" v="2392" actId="13926"/>
          <ac:spMkLst>
            <pc:docMk/>
            <pc:sldMk cId="3335022246" sldId="491"/>
            <ac:spMk id="13" creationId="{2CE57A0F-BADE-A623-5D2B-DA2584875D6B}"/>
          </ac:spMkLst>
        </pc:spChg>
      </pc:sldChg>
      <pc:sldChg chg="modSp add mod">
        <pc:chgData name="Don Syme" userId="dd9123c1e35c60ae" providerId="LiveId" clId="{558C6075-CD96-49CC-AC4E-EEE051D025B9}" dt="2026-05-06T15:23:58.812" v="2375" actId="403"/>
        <pc:sldMkLst>
          <pc:docMk/>
          <pc:sldMk cId="2718779814" sldId="493"/>
        </pc:sldMkLst>
        <pc:spChg chg="mod">
          <ac:chgData name="Don Syme" userId="dd9123c1e35c60ae" providerId="LiveId" clId="{558C6075-CD96-49CC-AC4E-EEE051D025B9}" dt="2026-05-06T15:23:58.812" v="2375" actId="403"/>
          <ac:spMkLst>
            <pc:docMk/>
            <pc:sldMk cId="2718779814" sldId="493"/>
            <ac:spMk id="2" creationId="{1AB2B425-EBD4-E092-C060-1B2559C3EF46}"/>
          </ac:spMkLst>
        </pc:spChg>
        <pc:spChg chg="mod">
          <ac:chgData name="Don Syme" userId="dd9123c1e35c60ae" providerId="LiveId" clId="{558C6075-CD96-49CC-AC4E-EEE051D025B9}" dt="2026-05-06T15:23:58.812" v="2375" actId="403"/>
          <ac:spMkLst>
            <pc:docMk/>
            <pc:sldMk cId="2718779814" sldId="493"/>
            <ac:spMk id="19" creationId="{64326D1C-D8D8-1833-CFAF-AAD6C8C15226}"/>
          </ac:spMkLst>
        </pc:spChg>
        <pc:spChg chg="mod">
          <ac:chgData name="Don Syme" userId="dd9123c1e35c60ae" providerId="LiveId" clId="{558C6075-CD96-49CC-AC4E-EEE051D025B9}" dt="2026-05-06T15:23:58.812" v="2375" actId="403"/>
          <ac:spMkLst>
            <pc:docMk/>
            <pc:sldMk cId="2718779814" sldId="493"/>
            <ac:spMk id="45" creationId="{78DD86EE-9F84-8184-CC11-230A0F067258}"/>
          </ac:spMkLst>
        </pc:spChg>
        <pc:spChg chg="mod">
          <ac:chgData name="Don Syme" userId="dd9123c1e35c60ae" providerId="LiveId" clId="{558C6075-CD96-49CC-AC4E-EEE051D025B9}" dt="2026-05-06T15:23:58.812" v="2375" actId="403"/>
          <ac:spMkLst>
            <pc:docMk/>
            <pc:sldMk cId="2718779814" sldId="493"/>
            <ac:spMk id="59" creationId="{344BA481-1696-13AD-D25E-FB35786AF890}"/>
          </ac:spMkLst>
        </pc:spChg>
        <pc:spChg chg="mod">
          <ac:chgData name="Don Syme" userId="dd9123c1e35c60ae" providerId="LiveId" clId="{558C6075-CD96-49CC-AC4E-EEE051D025B9}" dt="2026-05-06T15:23:58.812" v="2375" actId="403"/>
          <ac:spMkLst>
            <pc:docMk/>
            <pc:sldMk cId="2718779814" sldId="493"/>
            <ac:spMk id="60" creationId="{5EF062F4-D8EF-AA29-C588-275339DB44D4}"/>
          </ac:spMkLst>
        </pc:spChg>
        <pc:spChg chg="mod">
          <ac:chgData name="Don Syme" userId="dd9123c1e35c60ae" providerId="LiveId" clId="{558C6075-CD96-49CC-AC4E-EEE051D025B9}" dt="2026-05-06T15:23:58.812" v="2375" actId="403"/>
          <ac:spMkLst>
            <pc:docMk/>
            <pc:sldMk cId="2718779814" sldId="493"/>
            <ac:spMk id="77" creationId="{B6B81A5E-AB96-86CF-7416-5C2CB58F437D}"/>
          </ac:spMkLst>
        </pc:spChg>
        <pc:spChg chg="mod">
          <ac:chgData name="Don Syme" userId="dd9123c1e35c60ae" providerId="LiveId" clId="{558C6075-CD96-49CC-AC4E-EEE051D025B9}" dt="2026-05-06T15:23:58.812" v="2375" actId="403"/>
          <ac:spMkLst>
            <pc:docMk/>
            <pc:sldMk cId="2718779814" sldId="493"/>
            <ac:spMk id="78" creationId="{3E125A86-F571-51E4-D8CB-B7E3F0D27528}"/>
          </ac:spMkLst>
        </pc:spChg>
        <pc:spChg chg="mod">
          <ac:chgData name="Don Syme" userId="dd9123c1e35c60ae" providerId="LiveId" clId="{558C6075-CD96-49CC-AC4E-EEE051D025B9}" dt="2026-05-06T15:23:58.812" v="2375" actId="403"/>
          <ac:spMkLst>
            <pc:docMk/>
            <pc:sldMk cId="2718779814" sldId="493"/>
            <ac:spMk id="79" creationId="{6FB0F3EA-BC26-864F-5EC8-DA9590C56D08}"/>
          </ac:spMkLst>
        </pc:spChg>
        <pc:spChg chg="mod">
          <ac:chgData name="Don Syme" userId="dd9123c1e35c60ae" providerId="LiveId" clId="{558C6075-CD96-49CC-AC4E-EEE051D025B9}" dt="2026-05-06T15:23:58.812" v="2375" actId="403"/>
          <ac:spMkLst>
            <pc:docMk/>
            <pc:sldMk cId="2718779814" sldId="493"/>
            <ac:spMk id="103" creationId="{44C28E6B-111E-0612-DC3A-476A93985985}"/>
          </ac:spMkLst>
        </pc:spChg>
        <pc:spChg chg="mod">
          <ac:chgData name="Don Syme" userId="dd9123c1e35c60ae" providerId="LiveId" clId="{558C6075-CD96-49CC-AC4E-EEE051D025B9}" dt="2026-05-06T15:23:58.812" v="2375" actId="403"/>
          <ac:spMkLst>
            <pc:docMk/>
            <pc:sldMk cId="2718779814" sldId="493"/>
            <ac:spMk id="105" creationId="{F241F1C6-BE87-5E2C-144B-8FB6FA31541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 name="Google Shape;3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Note: Put phone on do not disturb, Slack to not notify, Teams closed</a:t>
            </a:r>
            <a:endParaRPr/>
          </a:p>
          <a:p>
            <a:pPr marL="0" lvl="0" indent="0" algn="l" rtl="0">
              <a:spcBef>
                <a:spcPts val="0"/>
              </a:spcBef>
              <a:spcAft>
                <a:spcPts val="0"/>
              </a:spcAft>
              <a:buNone/>
            </a:pPr>
            <a:endParaRPr/>
          </a:p>
          <a:p>
            <a:pPr marL="0" lvl="0" indent="0" algn="l" rtl="0">
              <a:spcBef>
                <a:spcPts val="0"/>
              </a:spcBef>
              <a:spcAft>
                <a:spcPts val="0"/>
              </a:spcAft>
              <a:buNone/>
            </a:pPr>
            <a:r>
              <a:rPr lang="en"/>
              <a:t>Thank you for the introduction, Rahul.  Again, my name is Eddie Aftandilian.  I’m a principal researcher in GitHub Next, and today I’ll be sharing some lessons that we have learned from building GitHub Copilots.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342cfc7a1e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 name="Google Shape;45;g342cfc7a1e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03d9a8437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03d9a8437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AI developer tools are changing the way we write software.</a:t>
            </a:r>
            <a:endParaRPr/>
          </a:p>
          <a:p>
            <a:pPr marL="0" lvl="0" indent="0" algn="l" rtl="0">
              <a:spcBef>
                <a:spcPts val="0"/>
              </a:spcBef>
              <a:spcAft>
                <a:spcPts val="0"/>
              </a:spcAft>
              <a:buNone/>
            </a:pPr>
            <a:endParaRPr/>
          </a:p>
          <a:p>
            <a:pPr marL="0" lvl="0" indent="0" algn="l" rtl="0">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marL="0" lvl="0" indent="0" algn="l" rtl="0">
              <a:spcBef>
                <a:spcPts val="0"/>
              </a:spcBef>
              <a:spcAft>
                <a:spcPts val="0"/>
              </a:spcAft>
              <a:buNone/>
            </a:pPr>
            <a:endParaRPr/>
          </a:p>
          <a:p>
            <a:pPr marL="0" lvl="0" indent="0" algn="l" rtl="0">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marL="914400" lvl="1" indent="-298450" algn="l" rtl="0">
              <a:spcBef>
                <a:spcPts val="0"/>
              </a:spcBef>
              <a:spcAft>
                <a:spcPts val="0"/>
              </a:spcAft>
              <a:buSzPts val="1100"/>
              <a:buChar char="○"/>
            </a:pPr>
            <a:r>
              <a:rPr lang="en"/>
              <a:t>Copilot Workspace, Devin, Cursor, et al.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926F5BAC-DCD2-26AE-9238-BD4561EDB194}"/>
            </a:ext>
          </a:extLst>
        </p:cNvPr>
        <p:cNvGrpSpPr/>
        <p:nvPr/>
      </p:nvGrpSpPr>
      <p:grpSpPr>
        <a:xfrm>
          <a:off x="0" y="0"/>
          <a:ext cx="0" cy="0"/>
          <a:chOff x="0" y="0"/>
          <a:chExt cx="0" cy="0"/>
        </a:xfrm>
      </p:grpSpPr>
      <p:sp>
        <p:nvSpPr>
          <p:cNvPr id="63" name="Google Shape;63;g303d9a84375_1_0:notes">
            <a:extLst>
              <a:ext uri="{FF2B5EF4-FFF2-40B4-BE49-F238E27FC236}">
                <a16:creationId xmlns:a16="http://schemas.microsoft.com/office/drawing/2014/main" id="{63891EBF-FDFC-8CD6-51F3-827E0BA43A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03d9a84375_1_0:notes">
            <a:extLst>
              <a:ext uri="{FF2B5EF4-FFF2-40B4-BE49-F238E27FC236}">
                <a16:creationId xmlns:a16="http://schemas.microsoft.com/office/drawing/2014/main" id="{18A1965C-845B-FD7C-5F2D-1FDD50BBF5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AI developer tools are changing the way we write software.</a:t>
            </a:r>
            <a:endParaRPr/>
          </a:p>
          <a:p>
            <a:pPr marL="0" lvl="0" indent="0" algn="l" rtl="0">
              <a:spcBef>
                <a:spcPts val="0"/>
              </a:spcBef>
              <a:spcAft>
                <a:spcPts val="0"/>
              </a:spcAft>
              <a:buNone/>
            </a:pPr>
            <a:endParaRPr/>
          </a:p>
          <a:p>
            <a:pPr marL="0" lvl="0" indent="0" algn="l" rtl="0">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marL="0" lvl="0" indent="0" algn="l" rtl="0">
              <a:spcBef>
                <a:spcPts val="0"/>
              </a:spcBef>
              <a:spcAft>
                <a:spcPts val="0"/>
              </a:spcAft>
              <a:buNone/>
            </a:pPr>
            <a:endParaRPr/>
          </a:p>
          <a:p>
            <a:pPr marL="0" lvl="0" indent="0" algn="l" rtl="0">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marL="914400" lvl="1" indent="-298450" algn="l" rtl="0">
              <a:spcBef>
                <a:spcPts val="0"/>
              </a:spcBef>
              <a:spcAft>
                <a:spcPts val="0"/>
              </a:spcAft>
              <a:buSzPts val="1100"/>
              <a:buChar char="○"/>
            </a:pPr>
            <a:r>
              <a:rPr lang="en"/>
              <a:t>Copilot Workspace, Devin, Cursor, et al.</a:t>
            </a:r>
            <a:endParaRPr/>
          </a:p>
        </p:txBody>
      </p:sp>
    </p:spTree>
    <p:extLst>
      <p:ext uri="{BB962C8B-B14F-4D97-AF65-F5344CB8AC3E}">
        <p14:creationId xmlns:p14="http://schemas.microsoft.com/office/powerpoint/2010/main" val="4276388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9bb85db9d5_0_5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9bb85db9d5_0_5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5225E095-0694-5A95-CA8C-CA8205CE6D32}"/>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21252522-249D-3A5F-228B-FF25D4AD82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696BF18E-D78B-D31D-65EB-71653972ED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272597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0DC1C992-B9A8-2D01-15D6-5339A93A989E}"/>
            </a:ext>
          </a:extLst>
        </p:cNvPr>
        <p:cNvGrpSpPr/>
        <p:nvPr/>
      </p:nvGrpSpPr>
      <p:grpSpPr>
        <a:xfrm>
          <a:off x="0" y="0"/>
          <a:ext cx="0" cy="0"/>
          <a:chOff x="0" y="0"/>
          <a:chExt cx="0" cy="0"/>
        </a:xfrm>
      </p:grpSpPr>
      <p:sp>
        <p:nvSpPr>
          <p:cNvPr id="147" name="Google Shape;147;g39bb85db9d5_0_509:notes">
            <a:extLst>
              <a:ext uri="{FF2B5EF4-FFF2-40B4-BE49-F238E27FC236}">
                <a16:creationId xmlns:a16="http://schemas.microsoft.com/office/drawing/2014/main" id="{FAED2A2E-5918-08A0-656A-B43C88BC67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9bb85db9d5_0_509:notes">
            <a:extLst>
              <a:ext uri="{FF2B5EF4-FFF2-40B4-BE49-F238E27FC236}">
                <a16:creationId xmlns:a16="http://schemas.microsoft.com/office/drawing/2014/main" id="{CA4065A4-F502-569A-90E2-6E8CC3642F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8844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1BC78-3572-7F33-F66B-387AE1891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748D0-B039-20A1-63B2-993925F16997}"/>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16E18402-E1C5-25A6-7C4B-DCCE8468B9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E42C15-D601-15E3-5B8E-DFDFB615153E}"/>
              </a:ext>
            </a:extLst>
          </p:cNvPr>
          <p:cNvSpPr>
            <a:spLocks noGrp="1"/>
          </p:cNvSpPr>
          <p:nvPr>
            <p:ph type="sldNum" sz="quarter" idx="5"/>
          </p:nvPr>
        </p:nvSpPr>
        <p:spPr/>
        <p:txBody>
          <a:bodyPr/>
          <a:lstStyle/>
          <a:p>
            <a:pPr marL="0" marR="0" lvl="0" indent="0" algn="r" defTabSz="914080" rtl="0" eaLnBrk="1" fontAlgn="auto" latinLnBrk="0" hangingPunct="1">
              <a:lnSpc>
                <a:spcPct val="100000"/>
              </a:lnSpc>
              <a:spcBef>
                <a:spcPts val="0"/>
              </a:spcBef>
              <a:spcAft>
                <a:spcPts val="0"/>
              </a:spcAft>
              <a:buClrTx/>
              <a:buSzTx/>
              <a:buFontTx/>
              <a:buNone/>
              <a:tabLst/>
              <a:defRPr/>
            </a:pPr>
            <a:fld id="{625C53A8-59A0-4A49-BAB4-A832A26A8E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08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4797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7075397ff0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7075397ff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7075397ff0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7075397ff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9bb85db9d5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9bb85db9d5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9bb85db9d5_0_3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9bb85db9d5_0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9bb85db9d5_0_5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9bb85db9d5_0_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9bb85db9d5_0_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9bb85db9d5_0_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E5A8BCB7-D200-6F73-5B8F-2F7D420777F1}"/>
            </a:ext>
          </a:extLst>
        </p:cNvPr>
        <p:cNvGrpSpPr/>
        <p:nvPr/>
      </p:nvGrpSpPr>
      <p:grpSpPr>
        <a:xfrm>
          <a:off x="0" y="0"/>
          <a:ext cx="0" cy="0"/>
          <a:chOff x="0" y="0"/>
          <a:chExt cx="0" cy="0"/>
        </a:xfrm>
      </p:grpSpPr>
      <p:sp>
        <p:nvSpPr>
          <p:cNvPr id="162" name="Google Shape;162;g39bb85db9d5_0_513:notes">
            <a:extLst>
              <a:ext uri="{FF2B5EF4-FFF2-40B4-BE49-F238E27FC236}">
                <a16:creationId xmlns:a16="http://schemas.microsoft.com/office/drawing/2014/main" id="{6C9369DB-B481-B257-71E4-0045C59094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9bb85db9d5_0_513:notes">
            <a:extLst>
              <a:ext uri="{FF2B5EF4-FFF2-40B4-BE49-F238E27FC236}">
                <a16:creationId xmlns:a16="http://schemas.microsoft.com/office/drawing/2014/main" id="{ECEEE42D-8768-D3B8-A4C9-49F7F1CF4A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2429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6AE318DE-881D-F820-81E0-82FC07446CDF}"/>
            </a:ext>
          </a:extLst>
        </p:cNvPr>
        <p:cNvGrpSpPr/>
        <p:nvPr/>
      </p:nvGrpSpPr>
      <p:grpSpPr>
        <a:xfrm>
          <a:off x="0" y="0"/>
          <a:ext cx="0" cy="0"/>
          <a:chOff x="0" y="0"/>
          <a:chExt cx="0" cy="0"/>
        </a:xfrm>
      </p:grpSpPr>
      <p:sp>
        <p:nvSpPr>
          <p:cNvPr id="162" name="Google Shape;162;g39bb85db9d5_0_513:notes">
            <a:extLst>
              <a:ext uri="{FF2B5EF4-FFF2-40B4-BE49-F238E27FC236}">
                <a16:creationId xmlns:a16="http://schemas.microsoft.com/office/drawing/2014/main" id="{545DE0CE-6EB3-EA73-BA0E-9DB83376C5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9bb85db9d5_0_513:notes">
            <a:extLst>
              <a:ext uri="{FF2B5EF4-FFF2-40B4-BE49-F238E27FC236}">
                <a16:creationId xmlns:a16="http://schemas.microsoft.com/office/drawing/2014/main" id="{FEFF613F-3D88-35FC-9A01-0223D8D67C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1523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a:extLst>
            <a:ext uri="{FF2B5EF4-FFF2-40B4-BE49-F238E27FC236}">
              <a16:creationId xmlns:a16="http://schemas.microsoft.com/office/drawing/2014/main" id="{A915A144-E88C-071B-C78C-7488639400D9}"/>
            </a:ext>
          </a:extLst>
        </p:cNvPr>
        <p:cNvGrpSpPr/>
        <p:nvPr/>
      </p:nvGrpSpPr>
      <p:grpSpPr>
        <a:xfrm>
          <a:off x="0" y="0"/>
          <a:ext cx="0" cy="0"/>
          <a:chOff x="0" y="0"/>
          <a:chExt cx="0" cy="0"/>
        </a:xfrm>
      </p:grpSpPr>
      <p:sp>
        <p:nvSpPr>
          <p:cNvPr id="204" name="Google Shape;204;g342cfc7a1ec_0_840:notes">
            <a:extLst>
              <a:ext uri="{FF2B5EF4-FFF2-40B4-BE49-F238E27FC236}">
                <a16:creationId xmlns:a16="http://schemas.microsoft.com/office/drawing/2014/main" id="{3B14744E-D848-2968-0C33-22687CC556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42cfc7a1ec_0_840:notes">
            <a:extLst>
              <a:ext uri="{FF2B5EF4-FFF2-40B4-BE49-F238E27FC236}">
                <a16:creationId xmlns:a16="http://schemas.microsoft.com/office/drawing/2014/main" id="{270A64FA-D511-34C6-2773-38A55292C8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1307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a:extLst>
            <a:ext uri="{FF2B5EF4-FFF2-40B4-BE49-F238E27FC236}">
              <a16:creationId xmlns:a16="http://schemas.microsoft.com/office/drawing/2014/main" id="{36CEA3DB-176D-E8A4-6CAE-92B8CBAA6425}"/>
            </a:ext>
          </a:extLst>
        </p:cNvPr>
        <p:cNvGrpSpPr/>
        <p:nvPr/>
      </p:nvGrpSpPr>
      <p:grpSpPr>
        <a:xfrm>
          <a:off x="0" y="0"/>
          <a:ext cx="0" cy="0"/>
          <a:chOff x="0" y="0"/>
          <a:chExt cx="0" cy="0"/>
        </a:xfrm>
      </p:grpSpPr>
      <p:sp>
        <p:nvSpPr>
          <p:cNvPr id="204" name="Google Shape;204;g342cfc7a1ec_0_840:notes">
            <a:extLst>
              <a:ext uri="{FF2B5EF4-FFF2-40B4-BE49-F238E27FC236}">
                <a16:creationId xmlns:a16="http://schemas.microsoft.com/office/drawing/2014/main" id="{441BB3E4-0E89-442B-F425-9EFD3B61EE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42cfc7a1ec_0_840:notes">
            <a:extLst>
              <a:ext uri="{FF2B5EF4-FFF2-40B4-BE49-F238E27FC236}">
                <a16:creationId xmlns:a16="http://schemas.microsoft.com/office/drawing/2014/main" id="{4CF5A069-249C-A18E-C536-9B47308CAB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52625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a:extLst>
            <a:ext uri="{FF2B5EF4-FFF2-40B4-BE49-F238E27FC236}">
              <a16:creationId xmlns:a16="http://schemas.microsoft.com/office/drawing/2014/main" id="{04D2E0C5-0E44-8809-FE40-23D4A28E10D8}"/>
            </a:ext>
          </a:extLst>
        </p:cNvPr>
        <p:cNvGrpSpPr/>
        <p:nvPr/>
      </p:nvGrpSpPr>
      <p:grpSpPr>
        <a:xfrm>
          <a:off x="0" y="0"/>
          <a:ext cx="0" cy="0"/>
          <a:chOff x="0" y="0"/>
          <a:chExt cx="0" cy="0"/>
        </a:xfrm>
      </p:grpSpPr>
      <p:sp>
        <p:nvSpPr>
          <p:cNvPr id="204" name="Google Shape;204;g342cfc7a1ec_0_840:notes">
            <a:extLst>
              <a:ext uri="{FF2B5EF4-FFF2-40B4-BE49-F238E27FC236}">
                <a16:creationId xmlns:a16="http://schemas.microsoft.com/office/drawing/2014/main" id="{6AE849CA-C114-18D2-2B46-60B2B43FE8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42cfc7a1ec_0_840:notes">
            <a:extLst>
              <a:ext uri="{FF2B5EF4-FFF2-40B4-BE49-F238E27FC236}">
                <a16:creationId xmlns:a16="http://schemas.microsoft.com/office/drawing/2014/main" id="{A537028F-4091-4863-3652-E903C5F53A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421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a:extLst>
            <a:ext uri="{FF2B5EF4-FFF2-40B4-BE49-F238E27FC236}">
              <a16:creationId xmlns:a16="http://schemas.microsoft.com/office/drawing/2014/main" id="{41F6E938-F438-6CE8-1ABB-F42AFE381666}"/>
            </a:ext>
          </a:extLst>
        </p:cNvPr>
        <p:cNvGrpSpPr/>
        <p:nvPr/>
      </p:nvGrpSpPr>
      <p:grpSpPr>
        <a:xfrm>
          <a:off x="0" y="0"/>
          <a:ext cx="0" cy="0"/>
          <a:chOff x="0" y="0"/>
          <a:chExt cx="0" cy="0"/>
        </a:xfrm>
      </p:grpSpPr>
      <p:sp>
        <p:nvSpPr>
          <p:cNvPr id="204" name="Google Shape;204;g342cfc7a1ec_0_840:notes">
            <a:extLst>
              <a:ext uri="{FF2B5EF4-FFF2-40B4-BE49-F238E27FC236}">
                <a16:creationId xmlns:a16="http://schemas.microsoft.com/office/drawing/2014/main" id="{420EF240-0C7E-0F05-9578-7BCF833E51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42cfc7a1ec_0_840:notes">
            <a:extLst>
              <a:ext uri="{FF2B5EF4-FFF2-40B4-BE49-F238E27FC236}">
                <a16:creationId xmlns:a16="http://schemas.microsoft.com/office/drawing/2014/main" id="{411C290F-1CD7-78BB-98C9-FE45EC9988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17808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a:extLst>
            <a:ext uri="{FF2B5EF4-FFF2-40B4-BE49-F238E27FC236}">
              <a16:creationId xmlns:a16="http://schemas.microsoft.com/office/drawing/2014/main" id="{BE8D7D05-69A6-8B47-461A-04927DC7FE13}"/>
            </a:ext>
          </a:extLst>
        </p:cNvPr>
        <p:cNvGrpSpPr/>
        <p:nvPr/>
      </p:nvGrpSpPr>
      <p:grpSpPr>
        <a:xfrm>
          <a:off x="0" y="0"/>
          <a:ext cx="0" cy="0"/>
          <a:chOff x="0" y="0"/>
          <a:chExt cx="0" cy="0"/>
        </a:xfrm>
      </p:grpSpPr>
      <p:sp>
        <p:nvSpPr>
          <p:cNvPr id="204" name="Google Shape;204;g342cfc7a1ec_0_840:notes">
            <a:extLst>
              <a:ext uri="{FF2B5EF4-FFF2-40B4-BE49-F238E27FC236}">
                <a16:creationId xmlns:a16="http://schemas.microsoft.com/office/drawing/2014/main" id="{C99F2C32-464E-7B8B-8EA2-7D0D7F9ECE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42cfc7a1ec_0_840:notes">
            <a:extLst>
              <a:ext uri="{FF2B5EF4-FFF2-40B4-BE49-F238E27FC236}">
                <a16:creationId xmlns:a16="http://schemas.microsoft.com/office/drawing/2014/main" id="{909AD860-4B32-B5AE-3DD6-991A412C70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88934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42400" y="2444875"/>
            <a:ext cx="6594300" cy="656400"/>
          </a:xfrm>
          <a:prstGeom prst="rect">
            <a:avLst/>
          </a:prstGeom>
        </p:spPr>
        <p:txBody>
          <a:bodyPr spcFirstLastPara="1" wrap="square" lIns="0" tIns="0" rIns="0" bIns="0" anchor="t" anchorCtr="0">
            <a:normAutofit/>
          </a:bodyPr>
          <a:lstStyle>
            <a:lvl1pPr lvl="0">
              <a:spcBef>
                <a:spcPts val="0"/>
              </a:spcBef>
              <a:spcAft>
                <a:spcPts val="0"/>
              </a:spcAft>
              <a:buSzPts val="3600"/>
              <a:buFont typeface="Inter"/>
              <a:buNone/>
              <a:defRPr sz="3600" b="1">
                <a:latin typeface="Inter"/>
                <a:ea typeface="Inter"/>
                <a:cs typeface="Inter"/>
                <a:sym typeface="Inter"/>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142400" y="3101275"/>
            <a:ext cx="6492600" cy="79260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pic>
        <p:nvPicPr>
          <p:cNvPr id="12" name="Google Shape;12;p2"/>
          <p:cNvPicPr preferRelativeResize="0"/>
          <p:nvPr/>
        </p:nvPicPr>
        <p:blipFill>
          <a:blip r:embed="rId2">
            <a:alphaModFix/>
          </a:blip>
          <a:stretch>
            <a:fillRect/>
          </a:stretch>
        </p:blipFill>
        <p:spPr>
          <a:xfrm>
            <a:off x="669377" y="728025"/>
            <a:ext cx="1932700" cy="19327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Subtitle">
  <p:cSld name="TITLE_2">
    <p:spTree>
      <p:nvGrpSpPr>
        <p:cNvPr id="1" name="Shape 13"/>
        <p:cNvGrpSpPr/>
        <p:nvPr/>
      </p:nvGrpSpPr>
      <p:grpSpPr>
        <a:xfrm>
          <a:off x="0" y="0"/>
          <a:ext cx="0" cy="0"/>
          <a:chOff x="0" y="0"/>
          <a:chExt cx="0" cy="0"/>
        </a:xfrm>
      </p:grpSpPr>
      <p:sp>
        <p:nvSpPr>
          <p:cNvPr id="14" name="Google Shape;14;p3"/>
          <p:cNvSpPr txBox="1">
            <a:spLocks noGrp="1"/>
          </p:cNvSpPr>
          <p:nvPr>
            <p:ph type="ctrTitle"/>
          </p:nvPr>
        </p:nvSpPr>
        <p:spPr>
          <a:xfrm>
            <a:off x="756750" y="2256050"/>
            <a:ext cx="6594300" cy="656400"/>
          </a:xfrm>
          <a:prstGeom prst="rect">
            <a:avLst/>
          </a:prstGeom>
        </p:spPr>
        <p:txBody>
          <a:bodyPr spcFirstLastPara="1" wrap="square" lIns="0" tIns="0" rIns="0" bIns="0" anchor="t" anchorCtr="0">
            <a:normAutofit/>
          </a:bodyPr>
          <a:lstStyle>
            <a:lvl1pPr lvl="0" rtl="0">
              <a:spcBef>
                <a:spcPts val="0"/>
              </a:spcBef>
              <a:spcAft>
                <a:spcPts val="0"/>
              </a:spcAft>
              <a:buSzPts val="3600"/>
              <a:buFont typeface="Inter"/>
              <a:buNone/>
              <a:defRPr sz="3600" b="1">
                <a:latin typeface="Inter"/>
                <a:ea typeface="Inter"/>
                <a:cs typeface="Inter"/>
                <a:sym typeface="Inter"/>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5" name="Google Shape;15;p3"/>
          <p:cNvSpPr txBox="1">
            <a:spLocks noGrp="1"/>
          </p:cNvSpPr>
          <p:nvPr>
            <p:ph type="subTitle" idx="1"/>
          </p:nvPr>
        </p:nvSpPr>
        <p:spPr>
          <a:xfrm>
            <a:off x="756750" y="2912450"/>
            <a:ext cx="64926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rgbClr val="B0CCC7"/>
              </a:buClr>
              <a:buSzPts val="1800"/>
              <a:buFont typeface="Arial" panose="020B0604020202020204" pitchFamily="34" charset="0"/>
              <a:buChar char="•"/>
              <a:defRPr>
                <a:solidFill>
                  <a:srgbClr val="B0CCC7"/>
                </a:solidFill>
              </a:defRPr>
            </a:lvl1pPr>
            <a:lvl2pPr marL="914400" lvl="1" indent="-317500">
              <a:spcBef>
                <a:spcPts val="0"/>
              </a:spcBef>
              <a:spcAft>
                <a:spcPts val="0"/>
              </a:spcAft>
              <a:buClr>
                <a:srgbClr val="B0CCC7"/>
              </a:buClr>
              <a:buSzPts val="1400"/>
              <a:buChar char="○"/>
              <a:defRPr>
                <a:solidFill>
                  <a:srgbClr val="B0CCC7"/>
                </a:solidFill>
              </a:defRPr>
            </a:lvl2pPr>
            <a:lvl3pPr marL="1371600" lvl="2" indent="-317500">
              <a:spcBef>
                <a:spcPts val="0"/>
              </a:spcBef>
              <a:spcAft>
                <a:spcPts val="0"/>
              </a:spcAft>
              <a:buClr>
                <a:srgbClr val="B0CCC7"/>
              </a:buClr>
              <a:buSzPts val="1400"/>
              <a:buChar char="■"/>
              <a:defRPr>
                <a:solidFill>
                  <a:srgbClr val="B0CCC7"/>
                </a:solidFill>
              </a:defRPr>
            </a:lvl3pPr>
            <a:lvl4pPr marL="1828800" lvl="3" indent="-317500">
              <a:spcBef>
                <a:spcPts val="0"/>
              </a:spcBef>
              <a:spcAft>
                <a:spcPts val="0"/>
              </a:spcAft>
              <a:buClr>
                <a:srgbClr val="B0CCC7"/>
              </a:buClr>
              <a:buSzPts val="1400"/>
              <a:buChar char="●"/>
              <a:defRPr>
                <a:solidFill>
                  <a:srgbClr val="B0CCC7"/>
                </a:solidFill>
              </a:defRPr>
            </a:lvl4pPr>
            <a:lvl5pPr marL="2286000" lvl="4" indent="-317500">
              <a:spcBef>
                <a:spcPts val="0"/>
              </a:spcBef>
              <a:spcAft>
                <a:spcPts val="0"/>
              </a:spcAft>
              <a:buClr>
                <a:srgbClr val="B0CCC7"/>
              </a:buClr>
              <a:buSzPts val="1400"/>
              <a:buChar char="○"/>
              <a:defRPr>
                <a:solidFill>
                  <a:srgbClr val="B0CCC7"/>
                </a:solidFill>
              </a:defRPr>
            </a:lvl5pPr>
            <a:lvl6pPr marL="2743200" lvl="5" indent="-317500">
              <a:spcBef>
                <a:spcPts val="0"/>
              </a:spcBef>
              <a:spcAft>
                <a:spcPts val="0"/>
              </a:spcAft>
              <a:buClr>
                <a:srgbClr val="B0CCC7"/>
              </a:buClr>
              <a:buSzPts val="1400"/>
              <a:buChar char="■"/>
              <a:defRPr>
                <a:solidFill>
                  <a:srgbClr val="B0CCC7"/>
                </a:solidFill>
              </a:defRPr>
            </a:lvl6pPr>
            <a:lvl7pPr marL="3200400" lvl="6" indent="-317500">
              <a:spcBef>
                <a:spcPts val="0"/>
              </a:spcBef>
              <a:spcAft>
                <a:spcPts val="0"/>
              </a:spcAft>
              <a:buClr>
                <a:srgbClr val="B0CCC7"/>
              </a:buClr>
              <a:buSzPts val="1400"/>
              <a:buChar char="●"/>
              <a:defRPr>
                <a:solidFill>
                  <a:srgbClr val="B0CCC7"/>
                </a:solidFill>
              </a:defRPr>
            </a:lvl7pPr>
            <a:lvl8pPr marL="3657600" lvl="7" indent="-317500">
              <a:spcBef>
                <a:spcPts val="0"/>
              </a:spcBef>
              <a:spcAft>
                <a:spcPts val="0"/>
              </a:spcAft>
              <a:buClr>
                <a:srgbClr val="B0CCC7"/>
              </a:buClr>
              <a:buSzPts val="1400"/>
              <a:buChar char="○"/>
              <a:defRPr>
                <a:solidFill>
                  <a:srgbClr val="B0CCC7"/>
                </a:solidFill>
              </a:defRPr>
            </a:lvl8pPr>
            <a:lvl9pPr marL="4114800" lvl="8" indent="-317500">
              <a:spcBef>
                <a:spcPts val="0"/>
              </a:spcBef>
              <a:spcAft>
                <a:spcPts val="0"/>
              </a:spcAft>
              <a:buClr>
                <a:srgbClr val="B0CCC7"/>
              </a:buClr>
              <a:buSzPts val="1400"/>
              <a:buChar char="■"/>
              <a:defRPr>
                <a:solidFill>
                  <a:srgbClr val="B0CCC7"/>
                </a:solidFill>
              </a:defRPr>
            </a:lvl9pPr>
          </a:lstStyle>
          <a:p>
            <a:endParaRPr dirty="0"/>
          </a:p>
        </p:txBody>
      </p:sp>
      <p:sp>
        <p:nvSpPr>
          <p:cNvPr id="19" name="Google Shape;19;p4"/>
          <p:cNvSpPr txBox="1">
            <a:spLocks noGrp="1"/>
          </p:cNvSpPr>
          <p:nvPr>
            <p:ph type="sldNum" idx="12"/>
          </p:nvPr>
        </p:nvSpPr>
        <p:spPr>
          <a:xfrm>
            <a:off x="8080783" y="4484042"/>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90250" y="450150"/>
            <a:ext cx="67389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b="1"/>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p7"/>
          <p:cNvSpPr/>
          <p:nvPr/>
        </p:nvSpPr>
        <p:spPr>
          <a:xfrm>
            <a:off x="4572000" y="25"/>
            <a:ext cx="4572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3600"/>
              <a:buNone/>
              <a:defRPr sz="3600" b="1"/>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0" name="Google Shape;30;p7"/>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rgbClr val="B0CCC7"/>
              </a:buClr>
              <a:buSzPts val="2100"/>
              <a:buNone/>
              <a:defRPr sz="2100">
                <a:solidFill>
                  <a:srgbClr val="B0CCC7"/>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1" name="Google Shape;31;p7"/>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Clr>
                <a:srgbClr val="1B1F24"/>
              </a:buClr>
              <a:buSzPts val="1800"/>
              <a:buChar char="●"/>
              <a:defRPr>
                <a:solidFill>
                  <a:srgbClr val="1B1F24"/>
                </a:solidFill>
              </a:defRPr>
            </a:lvl1pPr>
            <a:lvl2pPr marL="914400" lvl="1" indent="-317500" rtl="0">
              <a:spcBef>
                <a:spcPts val="0"/>
              </a:spcBef>
              <a:spcAft>
                <a:spcPts val="0"/>
              </a:spcAft>
              <a:buClr>
                <a:srgbClr val="1B1F24"/>
              </a:buClr>
              <a:buSzPts val="1400"/>
              <a:buChar char="○"/>
              <a:defRPr>
                <a:solidFill>
                  <a:srgbClr val="1B1F24"/>
                </a:solidFill>
              </a:defRPr>
            </a:lvl2pPr>
            <a:lvl3pPr marL="1371600" lvl="2" indent="-317500" rtl="0">
              <a:spcBef>
                <a:spcPts val="0"/>
              </a:spcBef>
              <a:spcAft>
                <a:spcPts val="0"/>
              </a:spcAft>
              <a:buClr>
                <a:srgbClr val="1B1F24"/>
              </a:buClr>
              <a:buSzPts val="1400"/>
              <a:buChar char="■"/>
              <a:defRPr>
                <a:solidFill>
                  <a:srgbClr val="1B1F24"/>
                </a:solidFill>
              </a:defRPr>
            </a:lvl3pPr>
            <a:lvl4pPr marL="1828800" lvl="3" indent="-317500" rtl="0">
              <a:spcBef>
                <a:spcPts val="0"/>
              </a:spcBef>
              <a:spcAft>
                <a:spcPts val="0"/>
              </a:spcAft>
              <a:buClr>
                <a:srgbClr val="1B1F24"/>
              </a:buClr>
              <a:buSzPts val="1400"/>
              <a:buChar char="●"/>
              <a:defRPr>
                <a:solidFill>
                  <a:srgbClr val="1B1F24"/>
                </a:solidFill>
              </a:defRPr>
            </a:lvl4pPr>
            <a:lvl5pPr marL="2286000" lvl="4" indent="-317500" rtl="0">
              <a:spcBef>
                <a:spcPts val="0"/>
              </a:spcBef>
              <a:spcAft>
                <a:spcPts val="0"/>
              </a:spcAft>
              <a:buClr>
                <a:srgbClr val="1B1F24"/>
              </a:buClr>
              <a:buSzPts val="1400"/>
              <a:buChar char="○"/>
              <a:defRPr>
                <a:solidFill>
                  <a:srgbClr val="1B1F24"/>
                </a:solidFill>
              </a:defRPr>
            </a:lvl5pPr>
            <a:lvl6pPr marL="2743200" lvl="5" indent="-317500" rtl="0">
              <a:spcBef>
                <a:spcPts val="0"/>
              </a:spcBef>
              <a:spcAft>
                <a:spcPts val="0"/>
              </a:spcAft>
              <a:buClr>
                <a:srgbClr val="1B1F24"/>
              </a:buClr>
              <a:buSzPts val="1400"/>
              <a:buChar char="■"/>
              <a:defRPr>
                <a:solidFill>
                  <a:srgbClr val="1B1F24"/>
                </a:solidFill>
              </a:defRPr>
            </a:lvl6pPr>
            <a:lvl7pPr marL="3200400" lvl="6" indent="-317500" rtl="0">
              <a:spcBef>
                <a:spcPts val="0"/>
              </a:spcBef>
              <a:spcAft>
                <a:spcPts val="0"/>
              </a:spcAft>
              <a:buClr>
                <a:srgbClr val="1B1F24"/>
              </a:buClr>
              <a:buSzPts val="1400"/>
              <a:buChar char="●"/>
              <a:defRPr>
                <a:solidFill>
                  <a:srgbClr val="1B1F24"/>
                </a:solidFill>
              </a:defRPr>
            </a:lvl7pPr>
            <a:lvl8pPr marL="3657600" lvl="7" indent="-317500" rtl="0">
              <a:spcBef>
                <a:spcPts val="0"/>
              </a:spcBef>
              <a:spcAft>
                <a:spcPts val="0"/>
              </a:spcAft>
              <a:buClr>
                <a:srgbClr val="1B1F24"/>
              </a:buClr>
              <a:buSzPts val="1400"/>
              <a:buChar char="○"/>
              <a:defRPr>
                <a:solidFill>
                  <a:srgbClr val="1B1F24"/>
                </a:solidFill>
              </a:defRPr>
            </a:lvl8pPr>
            <a:lvl9pPr marL="4114800" lvl="8" indent="-317500" rtl="0">
              <a:spcBef>
                <a:spcPts val="0"/>
              </a:spcBef>
              <a:spcAft>
                <a:spcPts val="0"/>
              </a:spcAft>
              <a:buClr>
                <a:srgbClr val="1B1F24"/>
              </a:buClr>
              <a:buSzPts val="1400"/>
              <a:buChar char="■"/>
              <a:defRPr>
                <a:solidFill>
                  <a:srgbClr val="1B1F24"/>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2"/>
        <p:cNvGrpSpPr/>
        <p:nvPr/>
      </p:nvGrpSpPr>
      <p:grpSpPr>
        <a:xfrm>
          <a:off x="0" y="0"/>
          <a:ext cx="0" cy="0"/>
          <a:chOff x="0" y="0"/>
          <a:chExt cx="0" cy="0"/>
        </a:xfrm>
      </p:grpSpPr>
      <p:sp>
        <p:nvSpPr>
          <p:cNvPr id="33" name="Google Shape;33;p8"/>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Font typeface="Inter Black"/>
              <a:buNone/>
              <a:defRPr sz="12000">
                <a:latin typeface="Inter Black"/>
                <a:ea typeface="Inter Black"/>
                <a:cs typeface="Inter Black"/>
                <a:sym typeface="Inter Black"/>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 name="Google Shape;34;p8"/>
          <p:cNvSpPr txBox="1">
            <a:spLocks noGrp="1"/>
          </p:cNvSpPr>
          <p:nvPr>
            <p:ph type="subTitle" idx="1"/>
          </p:nvPr>
        </p:nvSpPr>
        <p:spPr>
          <a:xfrm>
            <a:off x="1325700" y="2922700"/>
            <a:ext cx="6492600" cy="792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
        <p:cNvGrpSpPr/>
        <p:nvPr/>
      </p:nvGrpSpPr>
      <p:grpSpPr>
        <a:xfrm>
          <a:off x="0" y="0"/>
          <a:ext cx="0" cy="0"/>
          <a:chOff x="0" y="0"/>
          <a:chExt cx="0" cy="0"/>
        </a:xfrm>
      </p:grpSpPr>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106649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Empty">
    <p:bg>
      <p:bgPr>
        <a:solidFill>
          <a:srgbClr val="00000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B8FCC02-35AA-4595-1935-936DCBAB0BCD}"/>
              </a:ext>
            </a:extLst>
          </p:cNvPr>
          <p:cNvPicPr>
            <a:picLocks noGrp="1" noRot="1" noChangeAspect="1" noMove="1" noResize="1" noEditPoints="1" noAdjustHandles="1" noChangeArrowheads="1" noChangeShapeType="1" noCrop="1"/>
          </p:cNvPicPr>
          <p:nvPr/>
        </p:nvPicPr>
        <p:blipFill>
          <a:blip r:embed="rId2"/>
          <a:srcRect/>
          <a:stretch/>
        </p:blipFill>
        <p:spPr>
          <a:xfrm>
            <a:off x="1" y="670"/>
            <a:ext cx="9143999" cy="5142161"/>
          </a:xfrm>
          <a:prstGeom prst="rect">
            <a:avLst/>
          </a:prstGeom>
        </p:spPr>
      </p:pic>
      <p:sp>
        <p:nvSpPr>
          <p:cNvPr id="2" name="Rectangle 1">
            <a:extLst>
              <a:ext uri="{FF2B5EF4-FFF2-40B4-BE49-F238E27FC236}">
                <a16:creationId xmlns:a16="http://schemas.microsoft.com/office/drawing/2014/main" id="{160B4A02-2984-648D-5333-85E4B692FC06}"/>
              </a:ext>
            </a:extLst>
          </p:cNvPr>
          <p:cNvSpPr>
            <a:spLocks/>
          </p:cNvSpPr>
          <p:nvPr userDrawn="1"/>
        </p:nvSpPr>
        <p:spPr>
          <a:xfrm>
            <a:off x="0" y="587831"/>
            <a:ext cx="9120182" cy="42678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Slide Number Placeholder 4">
            <a:extLst>
              <a:ext uri="{FF2B5EF4-FFF2-40B4-BE49-F238E27FC236}">
                <a16:creationId xmlns:a16="http://schemas.microsoft.com/office/drawing/2014/main" id="{D09C1734-2600-4674-015C-1D550C067EE2}"/>
              </a:ext>
            </a:extLst>
          </p:cNvPr>
          <p:cNvSpPr>
            <a:spLocks noGrp="1"/>
          </p:cNvSpPr>
          <p:nvPr>
            <p:ph type="sldNum" sz="quarter" idx="37"/>
          </p:nvPr>
        </p:nvSpPr>
        <p:spPr>
          <a:xfrm>
            <a:off x="7058976" y="4924428"/>
            <a:ext cx="2056745" cy="178097"/>
          </a:xfrm>
          <a:prstGeom prst="rect">
            <a:avLst/>
          </a:prstGeom>
        </p:spPr>
        <p:txBody>
          <a:bodyPr/>
          <a:lstStyle/>
          <a:p>
            <a:fld id="{33B31415-8031-C145-812D-7EC4C965D339}" type="slidenum">
              <a:rPr lang="en-US" smtClean="0"/>
              <a:t>‹#›</a:t>
            </a:fld>
            <a:endParaRPr lang="en-US"/>
          </a:p>
        </p:txBody>
      </p:sp>
    </p:spTree>
    <p:extLst>
      <p:ext uri="{BB962C8B-B14F-4D97-AF65-F5344CB8AC3E}">
        <p14:creationId xmlns:p14="http://schemas.microsoft.com/office/powerpoint/2010/main" val="3451102910"/>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rgbClr val="1B1F2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Inter"/>
              <a:buChar char="●"/>
              <a:defRPr sz="1800">
                <a:solidFill>
                  <a:schemeClr val="lt2"/>
                </a:solidFill>
                <a:latin typeface="Inter"/>
                <a:ea typeface="Inter"/>
                <a:cs typeface="Inter"/>
                <a:sym typeface="Inter"/>
              </a:defRPr>
            </a:lvl1pPr>
            <a:lvl2pPr marL="914400" lvl="1"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2pPr>
            <a:lvl3pPr marL="1371600" lvl="2"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3pPr>
            <a:lvl4pPr marL="1828800" lvl="3"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4pPr>
            <a:lvl5pPr marL="2286000" lvl="4"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5pPr>
            <a:lvl6pPr marL="2743200" lvl="5"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6pPr>
            <a:lvl7pPr marL="3200400" lvl="6"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7pPr>
            <a:lvl8pPr marL="3657600" lvl="7"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8pPr>
            <a:lvl9pPr marL="4114800" lvl="8"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9pPr>
          </a:lstStyle>
          <a:p>
            <a:endParaRPr/>
          </a:p>
        </p:txBody>
      </p:sp>
      <p:pic>
        <p:nvPicPr>
          <p:cNvPr id="8" name="Google Shape;8;p1"/>
          <p:cNvPicPr preferRelativeResize="0"/>
          <p:nvPr/>
        </p:nvPicPr>
        <p:blipFill>
          <a:blip r:embed="rId12">
            <a:alphaModFix/>
          </a:blip>
          <a:stretch>
            <a:fillRect/>
          </a:stretch>
        </p:blipFill>
        <p:spPr>
          <a:xfrm>
            <a:off x="-35839" y="4427100"/>
            <a:ext cx="792600" cy="792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githubnext/agentics"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10"/>
          <p:cNvSpPr txBox="1">
            <a:spLocks noGrp="1"/>
          </p:cNvSpPr>
          <p:nvPr>
            <p:ph type="ctrTitle"/>
          </p:nvPr>
        </p:nvSpPr>
        <p:spPr>
          <a:xfrm>
            <a:off x="1142400" y="2294700"/>
            <a:ext cx="7812900" cy="1135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3400" dirty="0"/>
              <a:t>Agentic Repository Automation for Maintainers</a:t>
            </a:r>
            <a:endParaRPr sz="2377" b="0" dirty="0"/>
          </a:p>
        </p:txBody>
      </p:sp>
      <p:sp>
        <p:nvSpPr>
          <p:cNvPr id="42" name="Google Shape;42;p10"/>
          <p:cNvSpPr txBox="1">
            <a:spLocks noGrp="1"/>
          </p:cNvSpPr>
          <p:nvPr>
            <p:ph type="subTitle" idx="1"/>
          </p:nvPr>
        </p:nvSpPr>
        <p:spPr>
          <a:xfrm>
            <a:off x="1142400" y="3518950"/>
            <a:ext cx="6492600" cy="11130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dirty="0"/>
              <a:t>Don Syme</a:t>
            </a:r>
            <a:endParaRPr dirty="0"/>
          </a:p>
          <a:p>
            <a:pPr marL="0" lvl="0" indent="0" algn="l" rtl="0">
              <a:spcBef>
                <a:spcPts val="0"/>
              </a:spcBef>
              <a:spcAft>
                <a:spcPts val="0"/>
              </a:spcAft>
              <a:buNone/>
            </a:pPr>
            <a:r>
              <a:rPr lang="en" dirty="0"/>
              <a:t>Principal Researcher, GitHub Next</a:t>
            </a:r>
            <a:endParaRPr dirty="0"/>
          </a:p>
          <a:p>
            <a:pPr marL="0" lvl="0" indent="0" algn="l" rtl="0">
              <a:spcBef>
                <a:spcPts val="0"/>
              </a:spcBef>
              <a:spcAft>
                <a:spcPts val="0"/>
              </a:spcAft>
              <a:buNone/>
            </a:pPr>
            <a:r>
              <a:rPr lang="en" dirty="0"/>
              <a:t>May 2026</a:t>
            </a:r>
            <a:endParaRPr dirty="0"/>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ctrTitle"/>
          </p:nvPr>
        </p:nvSpPr>
        <p:spPr>
          <a:xfrm>
            <a:off x="1142400" y="2444875"/>
            <a:ext cx="6594300" cy="656400"/>
          </a:xfrm>
          <a:prstGeom prst="rect">
            <a:avLst/>
          </a:prstGeom>
        </p:spPr>
        <p:txBody>
          <a:bodyPr spcFirstLastPara="1" wrap="square" lIns="0" tIns="0" rIns="0" bIns="0" anchor="t" anchorCtr="0">
            <a:normAutofit fontScale="90000"/>
          </a:bodyPr>
          <a:lstStyle/>
          <a:p>
            <a:pPr marL="0" lvl="0" indent="0" algn="l" rtl="0">
              <a:spcBef>
                <a:spcPts val="0"/>
              </a:spcBef>
              <a:spcAft>
                <a:spcPts val="0"/>
              </a:spcAft>
              <a:buNone/>
            </a:pPr>
            <a:r>
              <a:rPr lang="en"/>
              <a:t>GitHub Next</a:t>
            </a:r>
            <a:endParaRPr/>
          </a:p>
          <a:p>
            <a:pPr marL="0" lvl="0" indent="0" algn="l" rtl="0">
              <a:lnSpc>
                <a:spcPct val="120000"/>
              </a:lnSpc>
              <a:spcBef>
                <a:spcPts val="2400"/>
              </a:spcBef>
              <a:spcAft>
                <a:spcPts val="0"/>
              </a:spcAft>
              <a:buNone/>
            </a:pPr>
            <a:r>
              <a:rPr lang="en" sz="2300" b="0" i="1">
                <a:latin typeface="Roboto"/>
                <a:ea typeface="Roboto"/>
                <a:cs typeface="Roboto"/>
                <a:sym typeface="Roboto"/>
              </a:rPr>
              <a:t>Research, Build, Balance, Ship, Learn</a:t>
            </a:r>
            <a:endParaRPr sz="2300" b="0" i="1">
              <a:latin typeface="Roboto"/>
              <a:ea typeface="Roboto"/>
              <a:cs typeface="Roboto"/>
              <a:sym typeface="Roboto"/>
            </a:endParaRPr>
          </a:p>
          <a:p>
            <a:pPr marL="0" lvl="0" indent="0" algn="l" rtl="0">
              <a:spcBef>
                <a:spcPts val="0"/>
              </a:spcBef>
              <a:spcAft>
                <a:spcPts val="0"/>
              </a:spcAft>
              <a:buNone/>
            </a:pPr>
            <a:endParaRPr/>
          </a:p>
        </p:txBody>
      </p:sp>
      <p:pic>
        <p:nvPicPr>
          <p:cNvPr id="48" name="Google Shape;48;p11"/>
          <p:cNvPicPr preferRelativeResize="0"/>
          <p:nvPr/>
        </p:nvPicPr>
        <p:blipFill>
          <a:blip r:embed="rId3">
            <a:alphaModFix/>
          </a:blip>
          <a:stretch>
            <a:fillRect/>
          </a:stretch>
        </p:blipFill>
        <p:spPr>
          <a:xfrm>
            <a:off x="4267798" y="347975"/>
            <a:ext cx="4675575" cy="1820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a:t>We live in the most incredible of times</a:t>
            </a:r>
            <a:endParaRPr sz="2520"/>
          </a:p>
        </p:txBody>
      </p:sp>
      <p:sp>
        <p:nvSpPr>
          <p:cNvPr id="67" name="Google Shape;67;p14"/>
          <p:cNvSpPr txBox="1">
            <a:spLocks noGrp="1"/>
          </p:cNvSpPr>
          <p:nvPr>
            <p:ph type="body" idx="1"/>
          </p:nvPr>
        </p:nvSpPr>
        <p:spPr>
          <a:xfrm>
            <a:off x="514525" y="973300"/>
            <a:ext cx="43929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b="1" dirty="0"/>
              <a:t>AI </a:t>
            </a:r>
            <a:r>
              <a:rPr lang="en" dirty="0"/>
              <a:t>and </a:t>
            </a:r>
            <a:r>
              <a:rPr lang="en" b="1" dirty="0"/>
              <a:t>traditional dev tools </a:t>
            </a:r>
            <a:r>
              <a:rPr lang="en" dirty="0"/>
              <a:t>make us all magicians when it comes to code</a:t>
            </a:r>
            <a:br>
              <a:rPr lang="en" dirty="0"/>
            </a:br>
            <a:endParaRPr lang="en" dirty="0"/>
          </a:p>
          <a:p>
            <a:pPr marL="457200" lvl="0" indent="-342900" algn="l" rtl="0">
              <a:spcBef>
                <a:spcPts val="0"/>
              </a:spcBef>
              <a:spcAft>
                <a:spcPts val="0"/>
              </a:spcAft>
              <a:buSzPts val="1800"/>
              <a:buChar char="●"/>
            </a:pPr>
            <a:r>
              <a:rPr lang="en" dirty="0"/>
              <a:t>Everything is changing, yet continuity is there too</a:t>
            </a:r>
          </a:p>
          <a:p>
            <a:pPr marL="457200" lvl="0" indent="-342900" algn="l" rtl="0">
              <a:spcBef>
                <a:spcPts val="0"/>
              </a:spcBef>
              <a:spcAft>
                <a:spcPts val="0"/>
              </a:spcAft>
              <a:buSzPts val="1800"/>
              <a:buChar char="●"/>
            </a:pPr>
            <a:endParaRPr lang="en" dirty="0"/>
          </a:p>
          <a:p>
            <a:pPr>
              <a:buFont typeface="Arial" panose="020B0604020202020204" pitchFamily="34" charset="0"/>
              <a:buChar char="●"/>
            </a:pPr>
            <a:r>
              <a:rPr lang="en-GB" dirty="0"/>
              <a:t>The maintainer is usually the victim of AI. What if the maintainer is given the power to choose what AI automation gets used?</a:t>
            </a:r>
          </a:p>
        </p:txBody>
      </p:sp>
      <p:pic>
        <p:nvPicPr>
          <p:cNvPr id="68" name="Google Shape;68;p14"/>
          <p:cNvPicPr preferRelativeResize="0"/>
          <p:nvPr/>
        </p:nvPicPr>
        <p:blipFill>
          <a:blip r:embed="rId3">
            <a:alphaModFix/>
          </a:blip>
          <a:stretch>
            <a:fillRect/>
          </a:stretch>
        </p:blipFill>
        <p:spPr>
          <a:xfrm>
            <a:off x="5366925" y="1017725"/>
            <a:ext cx="3465275" cy="3762625"/>
          </a:xfrm>
          <a:prstGeom prst="rect">
            <a:avLst/>
          </a:prstGeom>
          <a:noFill/>
          <a:ln>
            <a:noFill/>
          </a:ln>
        </p:spPr>
      </p:pic>
      <p:sp>
        <p:nvSpPr>
          <p:cNvPr id="3" name="TextBox 2">
            <a:extLst>
              <a:ext uri="{FF2B5EF4-FFF2-40B4-BE49-F238E27FC236}">
                <a16:creationId xmlns:a16="http://schemas.microsoft.com/office/drawing/2014/main" id="{1B40BBAA-2C38-45A1-752A-8F2E58843C22}"/>
              </a:ext>
            </a:extLst>
          </p:cNvPr>
          <p:cNvSpPr txBox="1"/>
          <p:nvPr/>
        </p:nvSpPr>
        <p:spPr>
          <a:xfrm>
            <a:off x="2258122" y="2455497"/>
            <a:ext cx="4590584" cy="307777"/>
          </a:xfrm>
          <a:prstGeom prst="rect">
            <a:avLst/>
          </a:prstGeom>
          <a:noFill/>
        </p:spPr>
        <p:txBody>
          <a:bodyPr wrap="square">
            <a:spAutoFit/>
          </a:bodyPr>
          <a:lstStyle/>
          <a:p>
            <a:r>
              <a:rPr lang="en-GB" b="0" dirty="0">
                <a:effectLst/>
              </a:rPr>
              <a:t> </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DA83AA85-5BDE-4341-2265-D3F5501128DD}"/>
            </a:ext>
          </a:extLst>
        </p:cNvPr>
        <p:cNvGrpSpPr/>
        <p:nvPr/>
      </p:nvGrpSpPr>
      <p:grpSpPr>
        <a:xfrm>
          <a:off x="0" y="0"/>
          <a:ext cx="0" cy="0"/>
          <a:chOff x="0" y="0"/>
          <a:chExt cx="0" cy="0"/>
        </a:xfrm>
      </p:grpSpPr>
      <p:sp>
        <p:nvSpPr>
          <p:cNvPr id="66" name="Google Shape;66;p14">
            <a:extLst>
              <a:ext uri="{FF2B5EF4-FFF2-40B4-BE49-F238E27FC236}">
                <a16:creationId xmlns:a16="http://schemas.microsoft.com/office/drawing/2014/main" id="{BCA07C87-228C-19B5-BD4A-1C121CAD3F9F}"/>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a:t>We live in the most incredible of times</a:t>
            </a:r>
            <a:endParaRPr sz="2520"/>
          </a:p>
        </p:txBody>
      </p:sp>
      <p:sp>
        <p:nvSpPr>
          <p:cNvPr id="67" name="Google Shape;67;p14">
            <a:extLst>
              <a:ext uri="{FF2B5EF4-FFF2-40B4-BE49-F238E27FC236}">
                <a16:creationId xmlns:a16="http://schemas.microsoft.com/office/drawing/2014/main" id="{D63575D5-EC18-779C-73AF-F2BCCA57FF02}"/>
              </a:ext>
            </a:extLst>
          </p:cNvPr>
          <p:cNvSpPr txBox="1">
            <a:spLocks noGrp="1"/>
          </p:cNvSpPr>
          <p:nvPr>
            <p:ph type="body" idx="1"/>
          </p:nvPr>
        </p:nvSpPr>
        <p:spPr>
          <a:xfrm>
            <a:off x="514525" y="973300"/>
            <a:ext cx="43929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b="1" dirty="0"/>
              <a:t>AI </a:t>
            </a:r>
            <a:r>
              <a:rPr lang="en" dirty="0"/>
              <a:t>and </a:t>
            </a:r>
            <a:r>
              <a:rPr lang="en" b="1" dirty="0"/>
              <a:t>traditional dev tools </a:t>
            </a:r>
            <a:r>
              <a:rPr lang="en" dirty="0"/>
              <a:t>make us all magicians when it comes to code</a:t>
            </a:r>
            <a:br>
              <a:rPr lang="en" dirty="0"/>
            </a:br>
            <a:endParaRPr lang="en" dirty="0"/>
          </a:p>
          <a:p>
            <a:pPr marL="457200" lvl="0" indent="-342900" algn="l" rtl="0">
              <a:spcBef>
                <a:spcPts val="0"/>
              </a:spcBef>
              <a:spcAft>
                <a:spcPts val="0"/>
              </a:spcAft>
              <a:buSzPts val="1800"/>
              <a:buChar char="●"/>
            </a:pPr>
            <a:r>
              <a:rPr lang="en" dirty="0"/>
              <a:t>Everything is changing, yet continuity is there too</a:t>
            </a:r>
          </a:p>
          <a:p>
            <a:pPr marL="457200" lvl="0" indent="-342900" algn="l" rtl="0">
              <a:spcBef>
                <a:spcPts val="0"/>
              </a:spcBef>
              <a:spcAft>
                <a:spcPts val="0"/>
              </a:spcAft>
              <a:buSzPts val="1800"/>
              <a:buChar char="●"/>
            </a:pPr>
            <a:endParaRPr lang="en" dirty="0"/>
          </a:p>
          <a:p>
            <a:pPr marL="457200" lvl="0" indent="-342900" algn="l" rtl="0">
              <a:spcBef>
                <a:spcPts val="0"/>
              </a:spcBef>
              <a:spcAft>
                <a:spcPts val="0"/>
              </a:spcAft>
              <a:buSzPts val="1800"/>
              <a:buChar char="●"/>
            </a:pPr>
            <a:r>
              <a:rPr lang="en" dirty="0"/>
              <a:t>The maintainer is usually the victim of AI. What if the maintainer is given the power to choose what AI automation gets used?</a:t>
            </a:r>
            <a:endParaRPr dirty="0"/>
          </a:p>
        </p:txBody>
      </p:sp>
      <p:sp>
        <p:nvSpPr>
          <p:cNvPr id="3" name="TextBox 2">
            <a:extLst>
              <a:ext uri="{FF2B5EF4-FFF2-40B4-BE49-F238E27FC236}">
                <a16:creationId xmlns:a16="http://schemas.microsoft.com/office/drawing/2014/main" id="{1F8C9F94-1EE3-2EC3-8C4B-34CF035F63D2}"/>
              </a:ext>
            </a:extLst>
          </p:cNvPr>
          <p:cNvSpPr txBox="1"/>
          <p:nvPr/>
        </p:nvSpPr>
        <p:spPr>
          <a:xfrm>
            <a:off x="2258122" y="2455497"/>
            <a:ext cx="4590584" cy="307777"/>
          </a:xfrm>
          <a:prstGeom prst="rect">
            <a:avLst/>
          </a:prstGeom>
          <a:noFill/>
        </p:spPr>
        <p:txBody>
          <a:bodyPr wrap="square">
            <a:spAutoFit/>
          </a:bodyPr>
          <a:lstStyle/>
          <a:p>
            <a:r>
              <a:rPr lang="en-GB" b="0" dirty="0">
                <a:effectLst/>
              </a:rPr>
              <a:t> </a:t>
            </a:r>
            <a:endParaRPr lang="en-GB" dirty="0"/>
          </a:p>
        </p:txBody>
      </p:sp>
      <p:pic>
        <p:nvPicPr>
          <p:cNvPr id="4" name="Google Shape;75;p16">
            <a:extLst>
              <a:ext uri="{FF2B5EF4-FFF2-40B4-BE49-F238E27FC236}">
                <a16:creationId xmlns:a16="http://schemas.microsoft.com/office/drawing/2014/main" id="{0E38BA66-0535-9052-4737-7714CC809586}"/>
              </a:ext>
            </a:extLst>
          </p:cNvPr>
          <p:cNvPicPr preferRelativeResize="0"/>
          <p:nvPr/>
        </p:nvPicPr>
        <p:blipFill>
          <a:blip r:embed="rId3">
            <a:alphaModFix/>
          </a:blip>
          <a:stretch>
            <a:fillRect/>
          </a:stretch>
        </p:blipFill>
        <p:spPr>
          <a:xfrm>
            <a:off x="5059825" y="990950"/>
            <a:ext cx="3931775" cy="2622494"/>
          </a:xfrm>
          <a:prstGeom prst="rect">
            <a:avLst/>
          </a:prstGeom>
          <a:noFill/>
          <a:ln>
            <a:noFill/>
          </a:ln>
        </p:spPr>
      </p:pic>
    </p:spTree>
    <p:extLst>
      <p:ext uri="{BB962C8B-B14F-4D97-AF65-F5344CB8AC3E}">
        <p14:creationId xmlns:p14="http://schemas.microsoft.com/office/powerpoint/2010/main" val="921963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Continuous AI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515E4EF5-105A-B8CD-DAA3-E83FB7CD58E3}"/>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1320D07F-3475-6EED-6E2D-B739FC71160D}"/>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Theme 5: Continuous AI</a:t>
            </a:r>
            <a:endParaRPr dirty="0"/>
          </a:p>
        </p:txBody>
      </p:sp>
      <p:sp>
        <p:nvSpPr>
          <p:cNvPr id="178" name="Google Shape;178;p29">
            <a:extLst>
              <a:ext uri="{FF2B5EF4-FFF2-40B4-BE49-F238E27FC236}">
                <a16:creationId xmlns:a16="http://schemas.microsoft.com/office/drawing/2014/main" id="{99BCABFC-847A-8EED-C35A-2A32F5ED981A}"/>
              </a:ext>
            </a:extLst>
          </p:cNvPr>
          <p:cNvSpPr txBox="1">
            <a:spLocks noGrp="1"/>
          </p:cNvSpPr>
          <p:nvPr>
            <p:ph type="body" idx="1"/>
          </p:nvPr>
        </p:nvSpPr>
        <p:spPr>
          <a:xfrm>
            <a:off x="514524" y="1219200"/>
            <a:ext cx="6882451" cy="31705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n-GB" sz="2200" dirty="0"/>
              <a:t>Continuous Integration</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Continuous Deployment</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b="1" dirty="0"/>
              <a:t>Continuous AI</a:t>
            </a:r>
          </a:p>
          <a:p>
            <a:pPr marL="0" indent="0">
              <a:lnSpc>
                <a:spcPct val="105000"/>
              </a:lnSpc>
              <a:buNone/>
            </a:pPr>
            <a:endParaRPr lang="en-GB" sz="2200" dirty="0"/>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sz="2200" dirty="0"/>
          </a:p>
        </p:txBody>
      </p:sp>
      <p:sp>
        <p:nvSpPr>
          <p:cNvPr id="5" name="TextBox 4">
            <a:extLst>
              <a:ext uri="{FF2B5EF4-FFF2-40B4-BE49-F238E27FC236}">
                <a16:creationId xmlns:a16="http://schemas.microsoft.com/office/drawing/2014/main" id="{E9E00411-84C1-79D7-9CF3-E2DFC87C055E}"/>
              </a:ext>
            </a:extLst>
          </p:cNvPr>
          <p:cNvSpPr txBox="1"/>
          <p:nvPr/>
        </p:nvSpPr>
        <p:spPr>
          <a:xfrm>
            <a:off x="4637049" y="3823380"/>
            <a:ext cx="4590584" cy="307777"/>
          </a:xfrm>
          <a:prstGeom prst="rect">
            <a:avLst/>
          </a:prstGeom>
          <a:noFill/>
        </p:spPr>
        <p:txBody>
          <a:bodyPr wrap="square">
            <a:spAutoFit/>
          </a:bodyPr>
          <a:lstStyle/>
          <a:p>
            <a:r>
              <a:rPr lang="en-GB" dirty="0">
                <a:solidFill>
                  <a:schemeClr val="tx1"/>
                </a:solidFill>
              </a:rPr>
              <a:t>https://githubnext.com/projects/continuous-ai/</a:t>
            </a:r>
          </a:p>
        </p:txBody>
      </p:sp>
    </p:spTree>
    <p:extLst>
      <p:ext uri="{BB962C8B-B14F-4D97-AF65-F5344CB8AC3E}">
        <p14:creationId xmlns:p14="http://schemas.microsoft.com/office/powerpoint/2010/main" val="3734570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a:extLst>
            <a:ext uri="{FF2B5EF4-FFF2-40B4-BE49-F238E27FC236}">
              <a16:creationId xmlns:a16="http://schemas.microsoft.com/office/drawing/2014/main" id="{05AB05AF-267A-E959-5AAA-B31B0E93A24C}"/>
            </a:ext>
          </a:extLst>
        </p:cNvPr>
        <p:cNvGrpSpPr/>
        <p:nvPr/>
      </p:nvGrpSpPr>
      <p:grpSpPr>
        <a:xfrm>
          <a:off x="0" y="0"/>
          <a:ext cx="0" cy="0"/>
          <a:chOff x="0" y="0"/>
          <a:chExt cx="0" cy="0"/>
        </a:xfrm>
      </p:grpSpPr>
      <p:sp>
        <p:nvSpPr>
          <p:cNvPr id="150" name="Google Shape;150;p28">
            <a:extLst>
              <a:ext uri="{FF2B5EF4-FFF2-40B4-BE49-F238E27FC236}">
                <a16:creationId xmlns:a16="http://schemas.microsoft.com/office/drawing/2014/main" id="{A24E8526-5B4D-B351-65D0-3119034FE25B}"/>
              </a:ext>
            </a:extLst>
          </p:cNvPr>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Continuous AI</a:t>
            </a:r>
            <a:endParaRPr dirty="0"/>
          </a:p>
          <a:p>
            <a:pPr marL="0" lvl="0" indent="0" algn="ctr" rtl="0">
              <a:spcBef>
                <a:spcPts val="0"/>
              </a:spcBef>
              <a:spcAft>
                <a:spcPts val="0"/>
              </a:spcAft>
              <a:buNone/>
            </a:pPr>
            <a:r>
              <a:rPr lang="en" sz="2800" dirty="0">
                <a:solidFill>
                  <a:schemeClr val="lt2"/>
                </a:solidFill>
              </a:rPr>
              <a:t>implemented by</a:t>
            </a:r>
            <a:endParaRPr sz="2800" dirty="0">
              <a:solidFill>
                <a:schemeClr val="lt2"/>
              </a:solidFill>
            </a:endParaRPr>
          </a:p>
          <a:p>
            <a:pPr marL="0" lvl="0" indent="0" algn="ctr" rtl="0">
              <a:spcBef>
                <a:spcPts val="0"/>
              </a:spcBef>
              <a:spcAft>
                <a:spcPts val="0"/>
              </a:spcAft>
              <a:buNone/>
            </a:pPr>
            <a:r>
              <a:rPr lang="en" dirty="0"/>
              <a:t>Agentic Workflows </a:t>
            </a:r>
            <a:endParaRPr dirty="0"/>
          </a:p>
          <a:p>
            <a:pPr marL="0" lvl="0" indent="0" algn="ctr" rtl="0">
              <a:spcBef>
                <a:spcPts val="0"/>
              </a:spcBef>
              <a:spcAft>
                <a:spcPts val="0"/>
              </a:spcAft>
              <a:buNone/>
            </a:pPr>
            <a:endParaRPr dirty="0"/>
          </a:p>
        </p:txBody>
      </p:sp>
    </p:spTree>
    <p:extLst>
      <p:ext uri="{BB962C8B-B14F-4D97-AF65-F5344CB8AC3E}">
        <p14:creationId xmlns:p14="http://schemas.microsoft.com/office/powerpoint/2010/main" val="1374179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E68C1-836D-653E-5268-3339DC87223C}"/>
            </a:ext>
          </a:extLst>
        </p:cNvPr>
        <p:cNvGrpSpPr/>
        <p:nvPr/>
      </p:nvGrpSpPr>
      <p:grpSpPr>
        <a:xfrm>
          <a:off x="0" y="0"/>
          <a:ext cx="0" cy="0"/>
          <a:chOff x="0" y="0"/>
          <a:chExt cx="0" cy="0"/>
        </a:xfrm>
      </p:grpSpPr>
      <p:pic>
        <p:nvPicPr>
          <p:cNvPr id="98" name="Google Shape;1145;p164" descr="3. Platform-Blocks.png">
            <a:extLst>
              <a:ext uri="{FF2B5EF4-FFF2-40B4-BE49-F238E27FC236}">
                <a16:creationId xmlns:a16="http://schemas.microsoft.com/office/drawing/2014/main" id="{7EC276AC-2195-5B19-1BF6-8BBB48B6D187}"/>
              </a:ext>
            </a:extLst>
          </p:cNvPr>
          <p:cNvPicPr preferRelativeResize="0"/>
          <p:nvPr/>
        </p:nvPicPr>
        <p:blipFill rotWithShape="1">
          <a:blip r:embed="rId3">
            <a:alphaModFix/>
            <a:extLst>
              <a:ext uri="{BEBA8EAE-BF5A-486C-A8C5-ECC9F3942E4B}">
                <a14:imgProps xmlns:a14="http://schemas.microsoft.com/office/drawing/2010/main">
                  <a14:imgLayer r:embed="rId4">
                    <a14:imgEffect>
                      <a14:brightnessContrast bright="20000"/>
                    </a14:imgEffect>
                  </a14:imgLayer>
                </a14:imgProps>
              </a:ext>
            </a:extLst>
          </a:blip>
          <a:srcRect/>
          <a:stretch/>
        </p:blipFill>
        <p:spPr>
          <a:xfrm>
            <a:off x="605230" y="3417567"/>
            <a:ext cx="1410632" cy="913412"/>
          </a:xfrm>
          <a:prstGeom prst="rect">
            <a:avLst/>
          </a:prstGeom>
          <a:noFill/>
          <a:ln>
            <a:noFill/>
          </a:ln>
        </p:spPr>
      </p:pic>
      <p:pic>
        <p:nvPicPr>
          <p:cNvPr id="90" name="Google Shape;1137;p164" descr="1. Platform-Blocks.png">
            <a:extLst>
              <a:ext uri="{FF2B5EF4-FFF2-40B4-BE49-F238E27FC236}">
                <a16:creationId xmlns:a16="http://schemas.microsoft.com/office/drawing/2014/main" id="{FFFF77C7-3CCE-9746-E064-D1A429768522}"/>
              </a:ext>
            </a:extLst>
          </p:cNvPr>
          <p:cNvPicPr preferRelativeResize="0"/>
          <p:nvPr/>
        </p:nvPicPr>
        <p:blipFill rotWithShape="1">
          <a:blip r:embed="rId5">
            <a:alphaModFix/>
            <a:extLst>
              <a:ext uri="{BEBA8EAE-BF5A-486C-A8C5-ECC9F3942E4B}">
                <a14:imgProps xmlns:a14="http://schemas.microsoft.com/office/drawing/2010/main">
                  <a14:imgLayer r:embed="rId6">
                    <a14:imgEffect>
                      <a14:brightnessContrast bright="20000"/>
                    </a14:imgEffect>
                  </a14:imgLayer>
                </a14:imgProps>
              </a:ext>
            </a:extLst>
          </a:blip>
          <a:srcRect/>
          <a:stretch/>
        </p:blipFill>
        <p:spPr>
          <a:xfrm>
            <a:off x="599255" y="2700694"/>
            <a:ext cx="1410631" cy="913412"/>
          </a:xfrm>
          <a:prstGeom prst="rect">
            <a:avLst/>
          </a:prstGeom>
          <a:noFill/>
          <a:ln>
            <a:noFill/>
          </a:ln>
        </p:spPr>
      </p:pic>
      <p:sp>
        <p:nvSpPr>
          <p:cNvPr id="2" name="Slide Number Placeholder 1">
            <a:extLst>
              <a:ext uri="{FF2B5EF4-FFF2-40B4-BE49-F238E27FC236}">
                <a16:creationId xmlns:a16="http://schemas.microsoft.com/office/drawing/2014/main" id="{1AB2B425-EBD4-E092-C060-1B2559C3EF46}"/>
              </a:ext>
            </a:extLst>
          </p:cNvPr>
          <p:cNvSpPr>
            <a:spLocks noGrp="1"/>
          </p:cNvSpPr>
          <p:nvPr>
            <p:ph type="sldNum" sz="quarter" idx="37"/>
          </p:nvPr>
        </p:nvSpPr>
        <p:spPr/>
        <p:txBody>
          <a:bodyPr/>
          <a:lstStyle/>
          <a:p>
            <a:pPr defTabSz="685560"/>
            <a:fld id="{33B31415-8031-C145-812D-7EC4C965D339}" type="slidenum">
              <a:rPr lang="en-US" sz="1800">
                <a:solidFill>
                  <a:srgbClr val="FFFFFF">
                    <a:tint val="82000"/>
                  </a:srgbClr>
                </a:solidFill>
                <a:latin typeface="Arial" panose="020B0604020202020204"/>
              </a:rPr>
              <a:pPr defTabSz="685560"/>
              <a:t>8</a:t>
            </a:fld>
            <a:endParaRPr lang="en-US" sz="1800">
              <a:solidFill>
                <a:srgbClr val="FFFFFF">
                  <a:tint val="82000"/>
                </a:srgbClr>
              </a:solidFill>
              <a:latin typeface="Arial" panose="020B0604020202020204"/>
            </a:endParaRPr>
          </a:p>
        </p:txBody>
      </p:sp>
      <p:sp>
        <p:nvSpPr>
          <p:cNvPr id="3" name="TextBox 2">
            <a:extLst>
              <a:ext uri="{FF2B5EF4-FFF2-40B4-BE49-F238E27FC236}">
                <a16:creationId xmlns:a16="http://schemas.microsoft.com/office/drawing/2014/main" id="{327D3E8C-FF68-9CE5-EF91-0C30FCFEBEE8}"/>
              </a:ext>
            </a:extLst>
          </p:cNvPr>
          <p:cNvSpPr txBox="1"/>
          <p:nvPr/>
        </p:nvSpPr>
        <p:spPr>
          <a:xfrm>
            <a:off x="246255" y="668962"/>
            <a:ext cx="8264831" cy="530915"/>
          </a:xfrm>
          <a:prstGeom prst="rect">
            <a:avLst/>
          </a:prstGeom>
          <a:noFill/>
        </p:spPr>
        <p:txBody>
          <a:bodyPr wrap="square" lIns="68580" tIns="34290" rIns="68580" bIns="34290" anchor="t">
            <a:noAutofit/>
          </a:bodyPr>
          <a:lstStyle/>
          <a:p>
            <a:pPr defTabSz="685560"/>
            <a:r>
              <a:rPr lang="en-US" sz="3200" b="1">
                <a:solidFill>
                  <a:srgbClr val="FFFFFF"/>
                </a:solidFill>
                <a:latin typeface="Mona Sans" pitchFamily="2" charset="77"/>
                <a:cs typeface="Mona Sans" pitchFamily="2" charset="77"/>
              </a:rPr>
              <a:t>GitHub Agentic Workflows</a:t>
            </a:r>
          </a:p>
        </p:txBody>
      </p:sp>
      <p:sp>
        <p:nvSpPr>
          <p:cNvPr id="102" name="TextBox 101">
            <a:extLst>
              <a:ext uri="{FF2B5EF4-FFF2-40B4-BE49-F238E27FC236}">
                <a16:creationId xmlns:a16="http://schemas.microsoft.com/office/drawing/2014/main" id="{62FD371F-5F6D-1CDF-9FC3-D4900A162A7B}"/>
              </a:ext>
            </a:extLst>
          </p:cNvPr>
          <p:cNvSpPr txBox="1"/>
          <p:nvPr/>
        </p:nvSpPr>
        <p:spPr>
          <a:xfrm>
            <a:off x="270492" y="1308085"/>
            <a:ext cx="5266594" cy="369332"/>
          </a:xfrm>
          <a:prstGeom prst="rect">
            <a:avLst/>
          </a:prstGeom>
          <a:noFill/>
        </p:spPr>
        <p:txBody>
          <a:bodyPr wrap="square">
            <a:spAutoFit/>
          </a:bodyPr>
          <a:lstStyle/>
          <a:p>
            <a:pPr defTabSz="685560"/>
            <a:r>
              <a:rPr lang="en-US" sz="1800">
                <a:solidFill>
                  <a:srgbClr val="FFFFFF"/>
                </a:solidFill>
                <a:latin typeface="Mona Sans" pitchFamily="2" charset="77"/>
                <a:cs typeface="Mona Sans" pitchFamily="2" charset="77"/>
              </a:rPr>
              <a:t>Agentic human processes powered GitHub.</a:t>
            </a:r>
          </a:p>
        </p:txBody>
      </p:sp>
      <p:sp>
        <p:nvSpPr>
          <p:cNvPr id="103" name="TextBox 102">
            <a:extLst>
              <a:ext uri="{FF2B5EF4-FFF2-40B4-BE49-F238E27FC236}">
                <a16:creationId xmlns:a16="http://schemas.microsoft.com/office/drawing/2014/main" id="{44C28E6B-111E-0612-DC3A-476A93985985}"/>
              </a:ext>
            </a:extLst>
          </p:cNvPr>
          <p:cNvSpPr txBox="1"/>
          <p:nvPr/>
        </p:nvSpPr>
        <p:spPr>
          <a:xfrm>
            <a:off x="4703640" y="2156045"/>
            <a:ext cx="3987811" cy="461665"/>
          </a:xfrm>
          <a:prstGeom prst="rect">
            <a:avLst/>
          </a:prstGeom>
          <a:noFill/>
        </p:spPr>
        <p:txBody>
          <a:bodyPr wrap="square" rtlCol="0">
            <a:spAutoFit/>
          </a:bodyPr>
          <a:lstStyle/>
          <a:p>
            <a:pPr defTabSz="685560"/>
            <a:r>
              <a:rPr lang="en-US" sz="1200">
                <a:solidFill>
                  <a:srgbClr val="FFFFFF"/>
                </a:solidFill>
              </a:rPr>
              <a:t>Workflows executed via GitHub Actions written in natural language.</a:t>
            </a:r>
          </a:p>
        </p:txBody>
      </p:sp>
      <p:sp>
        <p:nvSpPr>
          <p:cNvPr id="104" name="TextBox 103">
            <a:extLst>
              <a:ext uri="{FF2B5EF4-FFF2-40B4-BE49-F238E27FC236}">
                <a16:creationId xmlns:a16="http://schemas.microsoft.com/office/drawing/2014/main" id="{95C1D077-E904-4D3E-0FFA-85990A0D38FE}"/>
              </a:ext>
            </a:extLst>
          </p:cNvPr>
          <p:cNvSpPr txBox="1"/>
          <p:nvPr/>
        </p:nvSpPr>
        <p:spPr>
          <a:xfrm>
            <a:off x="4728170" y="3580236"/>
            <a:ext cx="4266804" cy="830997"/>
          </a:xfrm>
          <a:prstGeom prst="rect">
            <a:avLst/>
          </a:prstGeom>
          <a:noFill/>
        </p:spPr>
        <p:txBody>
          <a:bodyPr wrap="square" rtlCol="0">
            <a:spAutoFit/>
          </a:bodyPr>
          <a:lstStyle/>
          <a:p>
            <a:pPr defTabSz="685560"/>
            <a:r>
              <a:rPr lang="en-US" sz="1600">
                <a:solidFill>
                  <a:srgbClr val="FFFFFF"/>
                </a:solidFill>
              </a:rPr>
              <a:t>Agents interpret intent &amp; operate on context across models. </a:t>
            </a:r>
            <a:r>
              <a:rPr lang="en-US" sz="1600">
                <a:solidFill>
                  <a:srgbClr val="B0BAC3"/>
                </a:solidFill>
              </a:rPr>
              <a:t>Copilot CLI · Claude · Codex · Gemini</a:t>
            </a:r>
          </a:p>
        </p:txBody>
      </p:sp>
      <p:sp>
        <p:nvSpPr>
          <p:cNvPr id="105" name="TextBox 104">
            <a:extLst>
              <a:ext uri="{FF2B5EF4-FFF2-40B4-BE49-F238E27FC236}">
                <a16:creationId xmlns:a16="http://schemas.microsoft.com/office/drawing/2014/main" id="{F241F1C6-BE87-5E2C-144B-8FB6FA315416}"/>
              </a:ext>
            </a:extLst>
          </p:cNvPr>
          <p:cNvSpPr txBox="1"/>
          <p:nvPr/>
        </p:nvSpPr>
        <p:spPr>
          <a:xfrm>
            <a:off x="4715923" y="2867755"/>
            <a:ext cx="3987810" cy="584775"/>
          </a:xfrm>
          <a:prstGeom prst="rect">
            <a:avLst/>
          </a:prstGeom>
          <a:noFill/>
        </p:spPr>
        <p:txBody>
          <a:bodyPr wrap="square" rtlCol="0">
            <a:spAutoFit/>
          </a:bodyPr>
          <a:lstStyle/>
          <a:p>
            <a:pPr defTabSz="685560"/>
            <a:r>
              <a:rPr lang="en-US" sz="1600">
                <a:solidFill>
                  <a:srgbClr val="FFFFFF"/>
                </a:solidFill>
              </a:rPr>
              <a:t>Isolated sandboxes with scoped permissions and network control.</a:t>
            </a:r>
          </a:p>
        </p:txBody>
      </p:sp>
      <p:pic>
        <p:nvPicPr>
          <p:cNvPr id="93" name="Google Shape;1140;p164" descr="2. Platform-Blocks.png">
            <a:extLst>
              <a:ext uri="{FF2B5EF4-FFF2-40B4-BE49-F238E27FC236}">
                <a16:creationId xmlns:a16="http://schemas.microsoft.com/office/drawing/2014/main" id="{91FABBB8-BD50-447A-69D3-37B6BDAAE4C3}"/>
              </a:ext>
            </a:extLst>
          </p:cNvPr>
          <p:cNvPicPr preferRelativeResize="0"/>
          <p:nvPr/>
        </p:nvPicPr>
        <p:blipFill rotWithShape="1">
          <a:blip r:embed="rId7">
            <a:alphaModFix/>
            <a:extLst>
              <a:ext uri="{BEBA8EAE-BF5A-486C-A8C5-ECC9F3942E4B}">
                <a14:imgProps xmlns:a14="http://schemas.microsoft.com/office/drawing/2010/main">
                  <a14:imgLayer r:embed="rId8">
                    <a14:imgEffect>
                      <a14:brightnessContrast bright="20000"/>
                    </a14:imgEffect>
                  </a14:imgLayer>
                </a14:imgProps>
              </a:ext>
            </a:extLst>
          </a:blip>
          <a:srcRect/>
          <a:stretch/>
        </p:blipFill>
        <p:spPr>
          <a:xfrm>
            <a:off x="605231" y="1968130"/>
            <a:ext cx="1412473" cy="913412"/>
          </a:xfrm>
          <a:prstGeom prst="rect">
            <a:avLst/>
          </a:prstGeom>
          <a:noFill/>
          <a:ln>
            <a:noFill/>
          </a:ln>
          <a:effectLst>
            <a:glow>
              <a:schemeClr val="accent1">
                <a:alpha val="40000"/>
              </a:schemeClr>
            </a:glow>
          </a:effectLst>
        </p:spPr>
      </p:pic>
      <p:sp>
        <p:nvSpPr>
          <p:cNvPr id="29" name="TextBox 28">
            <a:extLst>
              <a:ext uri="{FF2B5EF4-FFF2-40B4-BE49-F238E27FC236}">
                <a16:creationId xmlns:a16="http://schemas.microsoft.com/office/drawing/2014/main" id="{8147B7A8-E09D-CB44-7851-547D7E81C7A2}"/>
              </a:ext>
            </a:extLst>
          </p:cNvPr>
          <p:cNvSpPr txBox="1"/>
          <p:nvPr/>
        </p:nvSpPr>
        <p:spPr>
          <a:xfrm>
            <a:off x="3493911" y="2548020"/>
            <a:ext cx="218029" cy="461665"/>
          </a:xfrm>
          <a:prstGeom prst="rect">
            <a:avLst/>
          </a:prstGeom>
          <a:noFill/>
          <a:effectLst>
            <a:glow rad="113997">
              <a:srgbClr val="6533FE">
                <a:alpha val="63000"/>
              </a:srgbClr>
            </a:glow>
          </a:effectLst>
        </p:spPr>
        <p:txBody>
          <a:bodyPr wrap="square" rtlCol="0">
            <a:spAutoFit/>
          </a:bodyPr>
          <a:lstStyle/>
          <a:p>
            <a:pPr defTabSz="685560"/>
            <a:r>
              <a:rPr lang="en-US" sz="2400">
                <a:solidFill>
                  <a:schemeClr val="bg1">
                    <a:lumMod val="50000"/>
                    <a:lumOff val="50000"/>
                  </a:schemeClr>
                </a:solidFill>
              </a:rPr>
              <a:t>+</a:t>
            </a:r>
          </a:p>
        </p:txBody>
      </p:sp>
      <p:sp>
        <p:nvSpPr>
          <p:cNvPr id="30" name="TextBox 29">
            <a:extLst>
              <a:ext uri="{FF2B5EF4-FFF2-40B4-BE49-F238E27FC236}">
                <a16:creationId xmlns:a16="http://schemas.microsoft.com/office/drawing/2014/main" id="{17963416-CB70-BE08-6BDC-06567C247FDD}"/>
              </a:ext>
            </a:extLst>
          </p:cNvPr>
          <p:cNvSpPr txBox="1"/>
          <p:nvPr/>
        </p:nvSpPr>
        <p:spPr>
          <a:xfrm>
            <a:off x="3493911" y="3279425"/>
            <a:ext cx="218029" cy="461665"/>
          </a:xfrm>
          <a:prstGeom prst="rect">
            <a:avLst/>
          </a:prstGeom>
          <a:noFill/>
          <a:effectLst>
            <a:glow rad="113997">
              <a:srgbClr val="6533FE">
                <a:alpha val="63000"/>
              </a:srgbClr>
            </a:glow>
          </a:effectLst>
        </p:spPr>
        <p:txBody>
          <a:bodyPr wrap="square" rtlCol="0">
            <a:spAutoFit/>
          </a:bodyPr>
          <a:lstStyle/>
          <a:p>
            <a:pPr defTabSz="685560"/>
            <a:r>
              <a:rPr lang="en-US" sz="2400">
                <a:solidFill>
                  <a:schemeClr val="bg1">
                    <a:lumMod val="50000"/>
                    <a:lumOff val="50000"/>
                  </a:schemeClr>
                </a:solidFill>
              </a:rPr>
              <a:t>+</a:t>
            </a:r>
          </a:p>
        </p:txBody>
      </p:sp>
      <p:grpSp>
        <p:nvGrpSpPr>
          <p:cNvPr id="47" name="Group 46">
            <a:extLst>
              <a:ext uri="{FF2B5EF4-FFF2-40B4-BE49-F238E27FC236}">
                <a16:creationId xmlns:a16="http://schemas.microsoft.com/office/drawing/2014/main" id="{E0597F7A-6F23-4FB5-1505-CDF6D03389C1}"/>
              </a:ext>
            </a:extLst>
          </p:cNvPr>
          <p:cNvGrpSpPr/>
          <p:nvPr/>
        </p:nvGrpSpPr>
        <p:grpSpPr>
          <a:xfrm>
            <a:off x="2836591" y="2218657"/>
            <a:ext cx="1542080" cy="323888"/>
            <a:chOff x="3780533" y="2958210"/>
            <a:chExt cx="2056106" cy="431850"/>
          </a:xfrm>
          <a:effectLst>
            <a:glow>
              <a:srgbClr val="8767B4">
                <a:alpha val="63000"/>
              </a:srgbClr>
            </a:glow>
          </a:effectLst>
        </p:grpSpPr>
        <p:sp>
          <p:nvSpPr>
            <p:cNvPr id="19" name="Google Shape;1118;p164">
              <a:extLst>
                <a:ext uri="{FF2B5EF4-FFF2-40B4-BE49-F238E27FC236}">
                  <a16:creationId xmlns:a16="http://schemas.microsoft.com/office/drawing/2014/main" id="{64326D1C-D8D8-1833-CFAF-AAD6C8C15226}"/>
                </a:ext>
              </a:extLst>
            </p:cNvPr>
            <p:cNvSpPr/>
            <p:nvPr/>
          </p:nvSpPr>
          <p:spPr>
            <a:xfrm>
              <a:off x="3780533" y="2958210"/>
              <a:ext cx="2056106" cy="431850"/>
            </a:xfrm>
            <a:prstGeom prst="roundRect">
              <a:avLst>
                <a:gd name="adj" fmla="val 50000"/>
              </a:avLst>
            </a:prstGeom>
            <a:solidFill>
              <a:schemeClr val="bg2"/>
            </a:solidFill>
            <a:ln>
              <a:noFill/>
            </a:ln>
          </p:spPr>
          <p:txBody>
            <a:bodyPr spcFirstLastPara="1" wrap="square" lIns="19050" tIns="19050" rIns="19050" bIns="19050" anchor="ctr" anchorCtr="0">
              <a:noAutofit/>
            </a:bodyPr>
            <a:lstStyle/>
            <a:p>
              <a:pPr algn="ctr" defTabSz="685560"/>
              <a:endParaRPr sz="1600">
                <a:solidFill>
                  <a:schemeClr val="bg1">
                    <a:lumMod val="65000"/>
                    <a:lumOff val="35000"/>
                  </a:schemeClr>
                </a:solidFill>
                <a:latin typeface="Helvetica Neue"/>
                <a:ea typeface="Helvetica Neue"/>
                <a:cs typeface="Helvetica Neue"/>
                <a:sym typeface="Helvetica Neue"/>
              </a:endParaRPr>
            </a:p>
          </p:txBody>
        </p:sp>
        <p:sp>
          <p:nvSpPr>
            <p:cNvPr id="18" name="Google Shape;1120;p164">
              <a:extLst>
                <a:ext uri="{FF2B5EF4-FFF2-40B4-BE49-F238E27FC236}">
                  <a16:creationId xmlns:a16="http://schemas.microsoft.com/office/drawing/2014/main" id="{83715BC7-283F-0A70-1329-085575459ED6}"/>
                </a:ext>
              </a:extLst>
            </p:cNvPr>
            <p:cNvSpPr txBox="1"/>
            <p:nvPr/>
          </p:nvSpPr>
          <p:spPr>
            <a:xfrm>
              <a:off x="4277590" y="2967955"/>
              <a:ext cx="1511268" cy="383550"/>
            </a:xfrm>
            <a:prstGeom prst="rect">
              <a:avLst/>
            </a:prstGeom>
            <a:noFill/>
            <a:ln>
              <a:noFill/>
            </a:ln>
          </p:spPr>
          <p:txBody>
            <a:bodyPr spcFirstLastPara="1" wrap="square" lIns="19050" tIns="19050" rIns="19050" bIns="19050" anchor="ctr" anchorCtr="0">
              <a:noAutofit/>
            </a:bodyPr>
            <a:lstStyle/>
            <a:p>
              <a:pPr defTabSz="685560"/>
              <a:r>
                <a:rPr lang="en-US" sz="1600">
                  <a:solidFill>
                    <a:srgbClr val="F0F6FC"/>
                  </a:solidFill>
                  <a:latin typeface="Mona Sans" pitchFamily="2" charset="77"/>
                  <a:ea typeface="Helvetica Neue"/>
                  <a:cs typeface="Mona Sans" pitchFamily="2" charset="77"/>
                  <a:sym typeface="Helvetica Neue"/>
                </a:rPr>
                <a:t>Automation</a:t>
              </a:r>
              <a:endParaRPr sz="1600">
                <a:solidFill>
                  <a:srgbClr val="FFFFFF"/>
                </a:solidFill>
                <a:latin typeface="Mona Sans" pitchFamily="2" charset="77"/>
                <a:cs typeface="Mona Sans" pitchFamily="2" charset="77"/>
              </a:endParaRPr>
            </a:p>
          </p:txBody>
        </p:sp>
        <p:sp>
          <p:nvSpPr>
            <p:cNvPr id="45" name="Google Shape;1119;p164">
              <a:extLst>
                <a:ext uri="{FF2B5EF4-FFF2-40B4-BE49-F238E27FC236}">
                  <a16:creationId xmlns:a16="http://schemas.microsoft.com/office/drawing/2014/main" id="{78DD86EE-9F84-8184-CC11-230A0F067258}"/>
                </a:ext>
              </a:extLst>
            </p:cNvPr>
            <p:cNvSpPr/>
            <p:nvPr/>
          </p:nvSpPr>
          <p:spPr>
            <a:xfrm>
              <a:off x="3802722" y="2975909"/>
              <a:ext cx="2007528" cy="397554"/>
            </a:xfrm>
            <a:prstGeom prst="roundRect">
              <a:avLst>
                <a:gd name="adj" fmla="val 50000"/>
              </a:avLst>
            </a:prstGeom>
            <a:solidFill>
              <a:srgbClr val="0D1117"/>
            </a:solidFill>
            <a:ln>
              <a:noFill/>
            </a:ln>
          </p:spPr>
          <p:txBody>
            <a:bodyPr spcFirstLastPara="1" wrap="square" lIns="19050" tIns="19050" rIns="19050" bIns="19050" anchor="ctr" anchorCtr="0">
              <a:noAutofit/>
            </a:bodyPr>
            <a:lstStyle/>
            <a:p>
              <a:pPr algn="ctr" defTabSz="685560"/>
              <a:r>
                <a:rPr lang="en-US" sz="1200">
                  <a:solidFill>
                    <a:srgbClr val="FFFFFF"/>
                  </a:solidFill>
                  <a:latin typeface="Mona Sans" pitchFamily="2" charset="77"/>
                  <a:ea typeface="Helvetica Neue"/>
                  <a:cs typeface="Mona Sans" pitchFamily="2" charset="77"/>
                  <a:sym typeface="Helvetica Neue"/>
                </a:rPr>
                <a:t>Automation</a:t>
              </a:r>
              <a:endParaRPr sz="1200">
                <a:solidFill>
                  <a:srgbClr val="FFFFFF"/>
                </a:solidFill>
                <a:latin typeface="Mona Sans" pitchFamily="2" charset="77"/>
                <a:ea typeface="Helvetica Neue"/>
                <a:cs typeface="Mona Sans" pitchFamily="2" charset="77"/>
                <a:sym typeface="Helvetica Neue"/>
              </a:endParaRPr>
            </a:p>
          </p:txBody>
        </p:sp>
      </p:grpSp>
      <p:sp>
        <p:nvSpPr>
          <p:cNvPr id="46" name="Google Shape;1121;p164">
            <a:extLst>
              <a:ext uri="{FF2B5EF4-FFF2-40B4-BE49-F238E27FC236}">
                <a16:creationId xmlns:a16="http://schemas.microsoft.com/office/drawing/2014/main" id="{82C7FFFA-F925-B58C-4CA7-3E7C7566C60E}"/>
              </a:ext>
            </a:extLst>
          </p:cNvPr>
          <p:cNvSpPr/>
          <p:nvPr/>
        </p:nvSpPr>
        <p:spPr>
          <a:xfrm>
            <a:off x="2054040" y="2375820"/>
            <a:ext cx="746213" cy="9563"/>
          </a:xfrm>
          <a:prstGeom prst="roundRect">
            <a:avLst>
              <a:gd name="adj" fmla="val 50000"/>
            </a:avLst>
          </a:prstGeom>
          <a:gradFill>
            <a:gsLst>
              <a:gs pos="84000">
                <a:schemeClr val="bg1">
                  <a:lumMod val="50000"/>
                  <a:lumOff val="50000"/>
                </a:schemeClr>
              </a:gs>
              <a:gs pos="0">
                <a:srgbClr val="5CB1AE"/>
              </a:gs>
              <a:gs pos="0">
                <a:srgbClr val="0070C0"/>
              </a:gs>
              <a:gs pos="100000">
                <a:schemeClr val="bg1"/>
              </a:gs>
              <a:gs pos="100000">
                <a:srgbClr val="00B0F0"/>
              </a:gs>
              <a:gs pos="100000">
                <a:schemeClr val="bg1"/>
              </a:gs>
            </a:gsLst>
            <a:path path="circle">
              <a:fillToRect r="100000" b="100000"/>
            </a:path>
            <a:tileRect l="-100000" t="-100000"/>
          </a:gradFill>
          <a:ln>
            <a:noFill/>
          </a:ln>
        </p:spPr>
        <p:txBody>
          <a:bodyPr spcFirstLastPara="1" wrap="square" lIns="19050" tIns="19050" rIns="19050" bIns="19050" anchor="ctr" anchorCtr="0">
            <a:noAutofit/>
          </a:bodyPr>
          <a:lstStyle/>
          <a:p>
            <a:pPr algn="ctr" defTabSz="685560"/>
            <a:endParaRPr sz="1600">
              <a:solidFill>
                <a:srgbClr val="FFFFFF"/>
              </a:solidFill>
              <a:latin typeface="Helvetica Neue"/>
              <a:ea typeface="Helvetica Neue"/>
              <a:cs typeface="Helvetica Neue"/>
              <a:sym typeface="Helvetica Neue"/>
            </a:endParaRPr>
          </a:p>
        </p:txBody>
      </p:sp>
      <p:grpSp>
        <p:nvGrpSpPr>
          <p:cNvPr id="56" name="Group 55">
            <a:extLst>
              <a:ext uri="{FF2B5EF4-FFF2-40B4-BE49-F238E27FC236}">
                <a16:creationId xmlns:a16="http://schemas.microsoft.com/office/drawing/2014/main" id="{0B7DC61E-4C9E-28ED-5C50-F3A9E426DEA2}"/>
              </a:ext>
            </a:extLst>
          </p:cNvPr>
          <p:cNvGrpSpPr/>
          <p:nvPr/>
        </p:nvGrpSpPr>
        <p:grpSpPr>
          <a:xfrm>
            <a:off x="2836591" y="2941793"/>
            <a:ext cx="1542080" cy="323888"/>
            <a:chOff x="3780533" y="2958210"/>
            <a:chExt cx="2056106" cy="431850"/>
          </a:xfrm>
          <a:effectLst>
            <a:glow>
              <a:srgbClr val="8767B4">
                <a:alpha val="63000"/>
              </a:srgbClr>
            </a:glow>
          </a:effectLst>
        </p:grpSpPr>
        <p:sp>
          <p:nvSpPr>
            <p:cNvPr id="58" name="Google Shape;1118;p164">
              <a:extLst>
                <a:ext uri="{FF2B5EF4-FFF2-40B4-BE49-F238E27FC236}">
                  <a16:creationId xmlns:a16="http://schemas.microsoft.com/office/drawing/2014/main" id="{B5CEFD1E-D182-C9AB-3C42-71672B85F55E}"/>
                </a:ext>
              </a:extLst>
            </p:cNvPr>
            <p:cNvSpPr/>
            <p:nvPr/>
          </p:nvSpPr>
          <p:spPr>
            <a:xfrm>
              <a:off x="3780533" y="2958210"/>
              <a:ext cx="2056106" cy="431850"/>
            </a:xfrm>
            <a:prstGeom prst="roundRect">
              <a:avLst>
                <a:gd name="adj" fmla="val 50000"/>
              </a:avLst>
            </a:prstGeom>
            <a:solidFill>
              <a:srgbClr val="4F6C57"/>
            </a:solidFill>
            <a:ln>
              <a:noFill/>
            </a:ln>
          </p:spPr>
          <p:txBody>
            <a:bodyPr spcFirstLastPara="1" wrap="square" lIns="19050" tIns="19050" rIns="19050" bIns="19050" anchor="ctr" anchorCtr="0">
              <a:noAutofit/>
            </a:bodyPr>
            <a:lstStyle/>
            <a:p>
              <a:pPr algn="ctr" defTabSz="685560"/>
              <a:endParaRPr sz="1600">
                <a:solidFill>
                  <a:srgbClr val="FFFFFF"/>
                </a:solidFill>
                <a:latin typeface="Helvetica Neue"/>
                <a:ea typeface="Helvetica Neue"/>
                <a:cs typeface="Helvetica Neue"/>
                <a:sym typeface="Helvetica Neue"/>
              </a:endParaRPr>
            </a:p>
          </p:txBody>
        </p:sp>
        <p:sp>
          <p:nvSpPr>
            <p:cNvPr id="59" name="Google Shape;1120;p164">
              <a:extLst>
                <a:ext uri="{FF2B5EF4-FFF2-40B4-BE49-F238E27FC236}">
                  <a16:creationId xmlns:a16="http://schemas.microsoft.com/office/drawing/2014/main" id="{344BA481-1696-13AD-D25E-FB35786AF890}"/>
                </a:ext>
              </a:extLst>
            </p:cNvPr>
            <p:cNvSpPr txBox="1"/>
            <p:nvPr/>
          </p:nvSpPr>
          <p:spPr>
            <a:xfrm>
              <a:off x="4277590" y="2967955"/>
              <a:ext cx="1511268" cy="383550"/>
            </a:xfrm>
            <a:prstGeom prst="rect">
              <a:avLst/>
            </a:prstGeom>
            <a:noFill/>
            <a:ln>
              <a:noFill/>
            </a:ln>
          </p:spPr>
          <p:txBody>
            <a:bodyPr spcFirstLastPara="1" wrap="square" lIns="19050" tIns="19050" rIns="19050" bIns="19050" anchor="ctr" anchorCtr="0">
              <a:noAutofit/>
            </a:bodyPr>
            <a:lstStyle/>
            <a:p>
              <a:pPr defTabSz="685560"/>
              <a:r>
                <a:rPr lang="en-US" sz="1600">
                  <a:solidFill>
                    <a:srgbClr val="F0F6FC"/>
                  </a:solidFill>
                  <a:latin typeface="Mona Sans" pitchFamily="2" charset="77"/>
                  <a:ea typeface="Helvetica Neue"/>
                  <a:cs typeface="Mona Sans" pitchFamily="2" charset="77"/>
                  <a:sym typeface="Helvetica Neue"/>
                </a:rPr>
                <a:t>Automation</a:t>
              </a:r>
              <a:endParaRPr sz="1600">
                <a:solidFill>
                  <a:srgbClr val="FFFFFF"/>
                </a:solidFill>
                <a:latin typeface="Mona Sans" pitchFamily="2" charset="77"/>
                <a:cs typeface="Mona Sans" pitchFamily="2" charset="77"/>
              </a:endParaRPr>
            </a:p>
          </p:txBody>
        </p:sp>
        <p:sp>
          <p:nvSpPr>
            <p:cNvPr id="60" name="Google Shape;1119;p164">
              <a:extLst>
                <a:ext uri="{FF2B5EF4-FFF2-40B4-BE49-F238E27FC236}">
                  <a16:creationId xmlns:a16="http://schemas.microsoft.com/office/drawing/2014/main" id="{5EF062F4-D8EF-AA29-C588-275339DB44D4}"/>
                </a:ext>
              </a:extLst>
            </p:cNvPr>
            <p:cNvSpPr/>
            <p:nvPr/>
          </p:nvSpPr>
          <p:spPr>
            <a:xfrm>
              <a:off x="3802722" y="2975909"/>
              <a:ext cx="2007528" cy="397554"/>
            </a:xfrm>
            <a:prstGeom prst="roundRect">
              <a:avLst>
                <a:gd name="adj" fmla="val 50000"/>
              </a:avLst>
            </a:prstGeom>
            <a:solidFill>
              <a:srgbClr val="0D1117"/>
            </a:solidFill>
            <a:ln>
              <a:noFill/>
            </a:ln>
          </p:spPr>
          <p:txBody>
            <a:bodyPr spcFirstLastPara="1" wrap="square" lIns="19050" tIns="19050" rIns="19050" bIns="19050" anchor="ctr" anchorCtr="0">
              <a:noAutofit/>
            </a:bodyPr>
            <a:lstStyle/>
            <a:p>
              <a:pPr algn="ctr" defTabSz="685560"/>
              <a:r>
                <a:rPr lang="en-US" sz="1200">
                  <a:solidFill>
                    <a:srgbClr val="FFFFFF"/>
                  </a:solidFill>
                  <a:latin typeface="Mona Sans" pitchFamily="2" charset="77"/>
                  <a:ea typeface="Helvetica Neue"/>
                  <a:cs typeface="Mona Sans" pitchFamily="2" charset="77"/>
                  <a:sym typeface="Helvetica Neue"/>
                </a:rPr>
                <a:t>Safety</a:t>
              </a:r>
              <a:endParaRPr sz="1200">
                <a:solidFill>
                  <a:srgbClr val="FFFFFF"/>
                </a:solidFill>
                <a:latin typeface="Mona Sans" pitchFamily="2" charset="77"/>
                <a:ea typeface="Helvetica Neue"/>
                <a:cs typeface="Mona Sans" pitchFamily="2" charset="77"/>
                <a:sym typeface="Helvetica Neue"/>
              </a:endParaRPr>
            </a:p>
          </p:txBody>
        </p:sp>
      </p:grpSp>
      <p:sp>
        <p:nvSpPr>
          <p:cNvPr id="57" name="Google Shape;1121;p164">
            <a:extLst>
              <a:ext uri="{FF2B5EF4-FFF2-40B4-BE49-F238E27FC236}">
                <a16:creationId xmlns:a16="http://schemas.microsoft.com/office/drawing/2014/main" id="{F11581A0-C516-1FD8-500A-D85A48D1F32C}"/>
              </a:ext>
            </a:extLst>
          </p:cNvPr>
          <p:cNvSpPr/>
          <p:nvPr/>
        </p:nvSpPr>
        <p:spPr>
          <a:xfrm>
            <a:off x="2054040" y="3098956"/>
            <a:ext cx="746213" cy="9563"/>
          </a:xfrm>
          <a:prstGeom prst="roundRect">
            <a:avLst>
              <a:gd name="adj" fmla="val 50000"/>
            </a:avLst>
          </a:prstGeom>
          <a:gradFill>
            <a:gsLst>
              <a:gs pos="81000">
                <a:srgbClr val="4F6C57"/>
              </a:gs>
              <a:gs pos="100000">
                <a:srgbClr val="001007"/>
              </a:gs>
              <a:gs pos="0">
                <a:srgbClr val="00B050"/>
              </a:gs>
              <a:gs pos="0">
                <a:srgbClr val="0070C0"/>
              </a:gs>
              <a:gs pos="100000">
                <a:schemeClr val="bg1"/>
              </a:gs>
              <a:gs pos="100000">
                <a:srgbClr val="4F6C57"/>
              </a:gs>
              <a:gs pos="100000">
                <a:srgbClr val="4F6C57"/>
              </a:gs>
            </a:gsLst>
            <a:path path="circle">
              <a:fillToRect r="100000" b="100000"/>
            </a:path>
            <a:tileRect l="-100000" t="-100000"/>
          </a:gradFill>
          <a:ln>
            <a:noFill/>
          </a:ln>
        </p:spPr>
        <p:txBody>
          <a:bodyPr spcFirstLastPara="1" wrap="square" lIns="19050" tIns="19050" rIns="19050" bIns="19050" anchor="ctr" anchorCtr="0">
            <a:noAutofit/>
          </a:bodyPr>
          <a:lstStyle/>
          <a:p>
            <a:pPr algn="ctr" defTabSz="685560"/>
            <a:endParaRPr sz="1600">
              <a:solidFill>
                <a:srgbClr val="FFFFFF"/>
              </a:solidFill>
              <a:latin typeface="Helvetica Neue"/>
              <a:ea typeface="Helvetica Neue"/>
              <a:cs typeface="Helvetica Neue"/>
              <a:sym typeface="Helvetica Neue"/>
            </a:endParaRPr>
          </a:p>
        </p:txBody>
      </p:sp>
      <p:grpSp>
        <p:nvGrpSpPr>
          <p:cNvPr id="75" name="Group 74">
            <a:extLst>
              <a:ext uri="{FF2B5EF4-FFF2-40B4-BE49-F238E27FC236}">
                <a16:creationId xmlns:a16="http://schemas.microsoft.com/office/drawing/2014/main" id="{F5BBD04E-52A0-12CE-0E84-C32DFD12213D}"/>
              </a:ext>
            </a:extLst>
          </p:cNvPr>
          <p:cNvGrpSpPr/>
          <p:nvPr/>
        </p:nvGrpSpPr>
        <p:grpSpPr>
          <a:xfrm>
            <a:off x="2837873" y="3642919"/>
            <a:ext cx="1542080" cy="323888"/>
            <a:chOff x="3780533" y="2958210"/>
            <a:chExt cx="2056106" cy="431850"/>
          </a:xfrm>
          <a:effectLst>
            <a:glow rad="113997">
              <a:srgbClr val="8767B4">
                <a:alpha val="63000"/>
              </a:srgbClr>
            </a:glow>
          </a:effectLst>
        </p:grpSpPr>
        <p:sp>
          <p:nvSpPr>
            <p:cNvPr id="77" name="Google Shape;1118;p164">
              <a:extLst>
                <a:ext uri="{FF2B5EF4-FFF2-40B4-BE49-F238E27FC236}">
                  <a16:creationId xmlns:a16="http://schemas.microsoft.com/office/drawing/2014/main" id="{B6B81A5E-AB96-86CF-7416-5C2CB58F437D}"/>
                </a:ext>
              </a:extLst>
            </p:cNvPr>
            <p:cNvSpPr/>
            <p:nvPr/>
          </p:nvSpPr>
          <p:spPr>
            <a:xfrm>
              <a:off x="3780533" y="2958210"/>
              <a:ext cx="2056106" cy="431850"/>
            </a:xfrm>
            <a:prstGeom prst="roundRect">
              <a:avLst>
                <a:gd name="adj" fmla="val 50000"/>
              </a:avLst>
            </a:prstGeom>
            <a:solidFill>
              <a:srgbClr val="8767B4"/>
            </a:solidFill>
            <a:ln>
              <a:noFill/>
            </a:ln>
          </p:spPr>
          <p:txBody>
            <a:bodyPr spcFirstLastPara="1" wrap="square" lIns="19050" tIns="19050" rIns="19050" bIns="19050" anchor="ctr" anchorCtr="0">
              <a:noAutofit/>
            </a:bodyPr>
            <a:lstStyle/>
            <a:p>
              <a:pPr algn="ctr" defTabSz="685560"/>
              <a:endParaRPr sz="1600">
                <a:solidFill>
                  <a:srgbClr val="FFFFFF"/>
                </a:solidFill>
                <a:latin typeface="Helvetica Neue"/>
                <a:ea typeface="Helvetica Neue"/>
                <a:cs typeface="Helvetica Neue"/>
                <a:sym typeface="Helvetica Neue"/>
              </a:endParaRPr>
            </a:p>
          </p:txBody>
        </p:sp>
        <p:sp>
          <p:nvSpPr>
            <p:cNvPr id="78" name="Google Shape;1120;p164">
              <a:extLst>
                <a:ext uri="{FF2B5EF4-FFF2-40B4-BE49-F238E27FC236}">
                  <a16:creationId xmlns:a16="http://schemas.microsoft.com/office/drawing/2014/main" id="{3E125A86-F571-51E4-D8CB-B7E3F0D27528}"/>
                </a:ext>
              </a:extLst>
            </p:cNvPr>
            <p:cNvSpPr txBox="1"/>
            <p:nvPr/>
          </p:nvSpPr>
          <p:spPr>
            <a:xfrm>
              <a:off x="4277590" y="2967955"/>
              <a:ext cx="1511268" cy="383550"/>
            </a:xfrm>
            <a:prstGeom prst="rect">
              <a:avLst/>
            </a:prstGeom>
            <a:noFill/>
            <a:ln>
              <a:noFill/>
            </a:ln>
          </p:spPr>
          <p:txBody>
            <a:bodyPr spcFirstLastPara="1" wrap="square" lIns="19050" tIns="19050" rIns="19050" bIns="19050" anchor="ctr" anchorCtr="0">
              <a:noAutofit/>
            </a:bodyPr>
            <a:lstStyle/>
            <a:p>
              <a:pPr defTabSz="685560"/>
              <a:r>
                <a:rPr lang="en-US" sz="1600">
                  <a:solidFill>
                    <a:srgbClr val="F0F6FC"/>
                  </a:solidFill>
                  <a:latin typeface="Mona Sans" pitchFamily="2" charset="77"/>
                  <a:ea typeface="Helvetica Neue"/>
                  <a:cs typeface="Mona Sans" pitchFamily="2" charset="77"/>
                  <a:sym typeface="Helvetica Neue"/>
                </a:rPr>
                <a:t>Automation</a:t>
              </a:r>
              <a:endParaRPr sz="1600">
                <a:solidFill>
                  <a:srgbClr val="FFFFFF"/>
                </a:solidFill>
                <a:latin typeface="Mona Sans" pitchFamily="2" charset="77"/>
                <a:cs typeface="Mona Sans" pitchFamily="2" charset="77"/>
              </a:endParaRPr>
            </a:p>
          </p:txBody>
        </p:sp>
        <p:sp>
          <p:nvSpPr>
            <p:cNvPr id="79" name="Google Shape;1119;p164">
              <a:extLst>
                <a:ext uri="{FF2B5EF4-FFF2-40B4-BE49-F238E27FC236}">
                  <a16:creationId xmlns:a16="http://schemas.microsoft.com/office/drawing/2014/main" id="{6FB0F3EA-BC26-864F-5EC8-DA9590C56D08}"/>
                </a:ext>
              </a:extLst>
            </p:cNvPr>
            <p:cNvSpPr/>
            <p:nvPr/>
          </p:nvSpPr>
          <p:spPr>
            <a:xfrm>
              <a:off x="3802722" y="2975909"/>
              <a:ext cx="2007528" cy="397554"/>
            </a:xfrm>
            <a:prstGeom prst="roundRect">
              <a:avLst>
                <a:gd name="adj" fmla="val 50000"/>
              </a:avLst>
            </a:prstGeom>
            <a:solidFill>
              <a:srgbClr val="0D1117"/>
            </a:solidFill>
            <a:ln>
              <a:noFill/>
            </a:ln>
          </p:spPr>
          <p:txBody>
            <a:bodyPr spcFirstLastPara="1" wrap="square" lIns="19050" tIns="19050" rIns="19050" bIns="19050" anchor="ctr" anchorCtr="0">
              <a:noAutofit/>
            </a:bodyPr>
            <a:lstStyle/>
            <a:p>
              <a:pPr algn="ctr" defTabSz="685560"/>
              <a:r>
                <a:rPr lang="en-US" sz="1200">
                  <a:solidFill>
                    <a:srgbClr val="FFFFFF"/>
                  </a:solidFill>
                  <a:latin typeface="Mona Sans" pitchFamily="2" charset="77"/>
                  <a:ea typeface="Helvetica Neue"/>
                  <a:cs typeface="Mona Sans" pitchFamily="2" charset="77"/>
                  <a:sym typeface="Helvetica Neue"/>
                </a:rPr>
                <a:t>Reasoning</a:t>
              </a:r>
              <a:endParaRPr sz="1200">
                <a:solidFill>
                  <a:srgbClr val="FFFFFF"/>
                </a:solidFill>
                <a:latin typeface="Mona Sans" pitchFamily="2" charset="77"/>
                <a:ea typeface="Helvetica Neue"/>
                <a:cs typeface="Mona Sans" pitchFamily="2" charset="77"/>
                <a:sym typeface="Helvetica Neue"/>
              </a:endParaRPr>
            </a:p>
          </p:txBody>
        </p:sp>
      </p:grpSp>
      <p:sp>
        <p:nvSpPr>
          <p:cNvPr id="76" name="Google Shape;1121;p164">
            <a:extLst>
              <a:ext uri="{FF2B5EF4-FFF2-40B4-BE49-F238E27FC236}">
                <a16:creationId xmlns:a16="http://schemas.microsoft.com/office/drawing/2014/main" id="{8A0D9E8E-DB11-6560-FCF3-4753DCEE88E8}"/>
              </a:ext>
            </a:extLst>
          </p:cNvPr>
          <p:cNvSpPr/>
          <p:nvPr/>
        </p:nvSpPr>
        <p:spPr>
          <a:xfrm>
            <a:off x="2055322" y="3800081"/>
            <a:ext cx="746213" cy="9563"/>
          </a:xfrm>
          <a:prstGeom prst="roundRect">
            <a:avLst>
              <a:gd name="adj" fmla="val 50000"/>
            </a:avLst>
          </a:prstGeom>
          <a:gradFill>
            <a:gsLst>
              <a:gs pos="0">
                <a:srgbClr val="5CB1AE"/>
              </a:gs>
              <a:gs pos="0">
                <a:srgbClr val="0070C0"/>
              </a:gs>
              <a:gs pos="100000">
                <a:schemeClr val="bg1"/>
              </a:gs>
              <a:gs pos="82000">
                <a:srgbClr val="8767B4"/>
              </a:gs>
              <a:gs pos="100000">
                <a:schemeClr val="bg1"/>
              </a:gs>
            </a:gsLst>
            <a:path path="circle">
              <a:fillToRect r="100000" b="100000"/>
            </a:path>
            <a:tileRect l="-100000" t="-100000"/>
          </a:gradFill>
          <a:ln>
            <a:noFill/>
          </a:ln>
        </p:spPr>
        <p:txBody>
          <a:bodyPr spcFirstLastPara="1" wrap="square" lIns="19050" tIns="19050" rIns="19050" bIns="19050" anchor="ctr" anchorCtr="0">
            <a:noAutofit/>
          </a:bodyPr>
          <a:lstStyle/>
          <a:p>
            <a:pPr algn="ctr" defTabSz="685560"/>
            <a:endParaRPr sz="1600">
              <a:solidFill>
                <a:srgbClr val="FFFFFF"/>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71877981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 Weekly Researcher</a:t>
            </a:r>
            <a:endParaRPr/>
          </a:p>
        </p:txBody>
      </p:sp>
      <p:sp>
        <p:nvSpPr>
          <p:cNvPr id="102" name="Google Shape;10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on:</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schedule: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 cron: "0 9 * * 1"     # Every week, 9AM UTC, Monday</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workflow_dispatch:</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safe-outputs: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create-issue: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br>
              <a:rPr lang="en" sz="947" b="1">
                <a:solidFill>
                  <a:schemeClr val="accent5"/>
                </a:solidFill>
                <a:latin typeface="Courier New"/>
                <a:ea typeface="Courier New"/>
                <a:cs typeface="Courier New"/>
                <a:sym typeface="Courier New"/>
              </a:rPr>
            </a:br>
            <a:r>
              <a:rPr lang="en" sz="947" b="1">
                <a:solidFill>
                  <a:schemeClr val="accent5"/>
                </a:solidFill>
                <a:latin typeface="Courier New"/>
                <a:ea typeface="Courier New"/>
                <a:cs typeface="Courier New"/>
                <a:sym typeface="Courier New"/>
              </a:rPr>
              <a:t>tools:</a:t>
            </a:r>
            <a:br>
              <a:rPr lang="en" sz="947" b="1">
                <a:solidFill>
                  <a:schemeClr val="accent5"/>
                </a:solidFill>
                <a:latin typeface="Courier New"/>
                <a:ea typeface="Courier New"/>
                <a:cs typeface="Courier New"/>
                <a:sym typeface="Courier New"/>
              </a:rPr>
            </a:br>
            <a:r>
              <a:rPr lang="en" sz="947" b="1">
                <a:solidFill>
                  <a:schemeClr val="accent5"/>
                </a:solidFill>
                <a:latin typeface="Courier New"/>
                <a:ea typeface="Courier New"/>
                <a:cs typeface="Courier New"/>
                <a:sym typeface="Courier New"/>
              </a:rPr>
              <a:t>  web-search:</a:t>
            </a:r>
            <a:br>
              <a:rPr lang="en" sz="947" b="1">
                <a:solidFill>
                  <a:schemeClr val="accent5"/>
                </a:solidFill>
                <a:latin typeface="Courier New"/>
                <a:ea typeface="Courier New"/>
                <a:cs typeface="Courier New"/>
                <a:sym typeface="Courier New"/>
              </a:rPr>
            </a:br>
            <a:br>
              <a:rPr lang="en" sz="947" b="1">
                <a:solidFill>
                  <a:schemeClr val="accent5"/>
                </a:solidFill>
                <a:latin typeface="Courier New"/>
                <a:ea typeface="Courier New"/>
                <a:cs typeface="Courier New"/>
                <a:sym typeface="Courier New"/>
              </a:rPr>
            </a:b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Agentic Weekly Researcher (Ruby)</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Do a deep research investigation in ${{ github.repository }} repository, and the related industry in general.</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Read selections of the latest code, issues and PRs for this repo.</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Read latest trends and news from the software industry news source on the Web.</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Create a new GitHub issue containing a markdown report with interesting news about the area related to this software project, related products and competitive analysis, related research papers, new ideas, market opportunities, business analysis, enjoyable anecdotes.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&gt; NOTE: Include a link like this at the end of the report: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&gt; AI-generated content by ${{ github.workflow }}, may contain mistakes.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SzPts val="358"/>
              <a:buNone/>
            </a:pPr>
            <a:r>
              <a:rPr lang="en" sz="947" b="1">
                <a:solidFill>
                  <a:schemeClr val="accent5"/>
                </a:solidFill>
                <a:latin typeface="Courier New"/>
                <a:ea typeface="Courier New"/>
                <a:cs typeface="Courier New"/>
                <a:sym typeface="Courier New"/>
              </a:rPr>
              <a:t>```</a:t>
            </a:r>
            <a:endParaRPr sz="947" b="1">
              <a:solidFill>
                <a:schemeClr val="accent5"/>
              </a:solidFill>
            </a:endParaRPr>
          </a:p>
        </p:txBody>
      </p:sp>
      <p:sp>
        <p:nvSpPr>
          <p:cNvPr id="103" name="Google Shape;103;p21"/>
          <p:cNvSpPr/>
          <p:nvPr/>
        </p:nvSpPr>
        <p:spPr>
          <a:xfrm>
            <a:off x="4376075" y="2587625"/>
            <a:ext cx="1996800" cy="404400"/>
          </a:xfrm>
          <a:prstGeom prst="wedgeRectCallout">
            <a:avLst>
              <a:gd name="adj1" fmla="val -58862"/>
              <a:gd name="adj2" fmla="val 12434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Actions-familiar</a:t>
            </a:r>
            <a:endParaRPr/>
          </a:p>
        </p:txBody>
      </p:sp>
      <p:sp>
        <p:nvSpPr>
          <p:cNvPr id="104" name="Google Shape;104;p21"/>
          <p:cNvSpPr/>
          <p:nvPr/>
        </p:nvSpPr>
        <p:spPr>
          <a:xfrm>
            <a:off x="2860300" y="1271425"/>
            <a:ext cx="1996800" cy="404400"/>
          </a:xfrm>
          <a:prstGeom prst="wedgeRectCallout">
            <a:avLst>
              <a:gd name="adj1" fmla="val -128517"/>
              <a:gd name="adj2" fmla="val -331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Triggers</a:t>
            </a:r>
            <a:endParaRPr/>
          </a:p>
        </p:txBody>
      </p:sp>
      <p:sp>
        <p:nvSpPr>
          <p:cNvPr id="105" name="Google Shape;105;p21"/>
          <p:cNvSpPr/>
          <p:nvPr/>
        </p:nvSpPr>
        <p:spPr>
          <a:xfrm>
            <a:off x="3126450" y="1929525"/>
            <a:ext cx="1996800" cy="404400"/>
          </a:xfrm>
          <a:prstGeom prst="wedgeRectCallout">
            <a:avLst>
              <a:gd name="adj1" fmla="val -128517"/>
              <a:gd name="adj2" fmla="val -331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Safe output specs</a:t>
            </a:r>
            <a:endParaRPr/>
          </a:p>
        </p:txBody>
      </p:sp>
      <p:sp>
        <p:nvSpPr>
          <p:cNvPr id="106" name="Google Shape;106;p21"/>
          <p:cNvSpPr/>
          <p:nvPr/>
        </p:nvSpPr>
        <p:spPr>
          <a:xfrm>
            <a:off x="3126450" y="2473700"/>
            <a:ext cx="1072800" cy="404400"/>
          </a:xfrm>
          <a:prstGeom prst="wedgeRectCallout">
            <a:avLst>
              <a:gd name="adj1" fmla="val -128517"/>
              <a:gd name="adj2" fmla="val -331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Tools</a:t>
            </a:r>
            <a:endParaRPr/>
          </a:p>
        </p:txBody>
      </p:sp>
      <p:sp>
        <p:nvSpPr>
          <p:cNvPr id="107" name="Google Shape;107;p21"/>
          <p:cNvSpPr/>
          <p:nvPr/>
        </p:nvSpPr>
        <p:spPr>
          <a:xfrm>
            <a:off x="5123250" y="3927950"/>
            <a:ext cx="1996800" cy="404400"/>
          </a:xfrm>
          <a:prstGeom prst="wedgeRectCallout">
            <a:avLst>
              <a:gd name="adj1" fmla="val -58862"/>
              <a:gd name="adj2" fmla="val 12434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Self-reporting</a:t>
            </a:r>
            <a:endParaRPr/>
          </a:p>
        </p:txBody>
      </p:sp>
      <p:sp>
        <p:nvSpPr>
          <p:cNvPr id="108" name="Google Shape;108;p21"/>
          <p:cNvSpPr/>
          <p:nvPr/>
        </p:nvSpPr>
        <p:spPr>
          <a:xfrm>
            <a:off x="764050" y="3170425"/>
            <a:ext cx="1996800" cy="404400"/>
          </a:xfrm>
          <a:prstGeom prst="wedgeRectCallout">
            <a:avLst>
              <a:gd name="adj1" fmla="val -22903"/>
              <a:gd name="adj2" fmla="val 1333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Assumes GitHub</a:t>
            </a:r>
            <a:endParaRPr/>
          </a:p>
        </p:txBody>
      </p:sp>
      <p:sp>
        <p:nvSpPr>
          <p:cNvPr id="109" name="Google Shape;109;p21"/>
          <p:cNvSpPr/>
          <p:nvPr/>
        </p:nvSpPr>
        <p:spPr>
          <a:xfrm>
            <a:off x="6835500" y="2078100"/>
            <a:ext cx="1996800" cy="987300"/>
          </a:xfrm>
          <a:prstGeom prst="wedgeRectCallout">
            <a:avLst>
              <a:gd name="adj1" fmla="val -87729"/>
              <a:gd name="adj2" fmla="val 7302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NL programming = </a:t>
            </a:r>
            <a:br>
              <a:rPr lang="en"/>
            </a:br>
            <a:r>
              <a:rPr lang="en"/>
              <a:t>deliberate ambiguity =</a:t>
            </a:r>
            <a:br>
              <a:rPr lang="en"/>
            </a:br>
            <a:r>
              <a:rPr lang="en"/>
              <a:t>genuinely useful ambiguity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 Issue Triage</a:t>
            </a:r>
            <a:endParaRPr/>
          </a:p>
        </p:txBody>
      </p:sp>
      <p:sp>
        <p:nvSpPr>
          <p:cNvPr id="115" name="Google Shape;115;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on:</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issues: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types: [opened, reopened]</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safe-outputs: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add-comment: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Agentic Issue Triage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Your task is to analyze issue #${{ github.event.issue.number }} and perform some initial triage tasks related to that 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Analyze the issue content. Write notes, ideas, nudges, resource links, debugging strategies and/or reproduction steps for the team to consider relevant to the issue. Select appropriate labels already used in the repository and apply them to the 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Finalize an output report with your analysis and add it as an issue comment to the 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&gt; NOTE: Include a link like this at the end of your issue comment: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```markdown</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&gt; AI-generated content by ${{ github.workflow }}, may contain mistakes.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SzPts val="358"/>
              <a:buNone/>
            </a:pPr>
            <a:endParaRPr sz="947" b="1">
              <a:solidFill>
                <a:schemeClr val="accent5"/>
              </a:solidFill>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Agentic Workflows - Getting Started</a:t>
            </a:r>
            <a:endParaRPr/>
          </a:p>
        </p:txBody>
      </p:sp>
      <p:sp>
        <p:nvSpPr>
          <p:cNvPr id="169" name="Google Shape;169;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300" u="sng" dirty="0">
                <a:solidFill>
                  <a:schemeClr val="hlink"/>
                </a:solidFill>
                <a:hlinkClick r:id="rId3"/>
              </a:rPr>
              <a:t>Samples</a:t>
            </a:r>
            <a:endParaRPr sz="2300" dirty="0"/>
          </a:p>
          <a:p>
            <a:pPr marL="914400" lvl="0" indent="0" algn="l" rtl="0">
              <a:spcBef>
                <a:spcPts val="1200"/>
              </a:spcBef>
              <a:spcAft>
                <a:spcPts val="1200"/>
              </a:spcAft>
              <a:buNone/>
            </a:pPr>
            <a:r>
              <a:rPr lang="en" sz="1854" b="1" dirty="0">
                <a:latin typeface="Courier New"/>
                <a:ea typeface="Courier New"/>
                <a:cs typeface="Courier New"/>
                <a:sym typeface="Courier New"/>
              </a:rPr>
              <a:t>gh extension install github/gh-aw</a:t>
            </a:r>
            <a:br>
              <a:rPr lang="en" sz="1854" b="1" dirty="0">
                <a:latin typeface="Courier New"/>
                <a:ea typeface="Courier New"/>
                <a:cs typeface="Courier New"/>
                <a:sym typeface="Courier New"/>
              </a:rPr>
            </a:br>
            <a:br>
              <a:rPr lang="en" sz="1854" b="1" dirty="0">
                <a:latin typeface="Courier New"/>
                <a:ea typeface="Courier New"/>
                <a:cs typeface="Courier New"/>
                <a:sym typeface="Courier New"/>
              </a:rPr>
            </a:br>
            <a:r>
              <a:rPr lang="en" sz="1854" b="1" dirty="0">
                <a:latin typeface="Courier New"/>
                <a:ea typeface="Courier New"/>
                <a:cs typeface="Courier New"/>
                <a:sym typeface="Courier New"/>
              </a:rPr>
              <a:t>gh aw add githubnext/agentics/daily-test-improver</a:t>
            </a:r>
            <a:br>
              <a:rPr lang="en" sz="1854" b="1" dirty="0">
                <a:latin typeface="Courier New"/>
                <a:ea typeface="Courier New"/>
                <a:cs typeface="Courier New"/>
                <a:sym typeface="Courier New"/>
              </a:rPr>
            </a:br>
            <a:br>
              <a:rPr lang="en" sz="1854" b="1" dirty="0">
                <a:latin typeface="Courier New"/>
                <a:ea typeface="Courier New"/>
                <a:cs typeface="Courier New"/>
                <a:sym typeface="Courier New"/>
              </a:rPr>
            </a:br>
            <a:r>
              <a:rPr lang="en" sz="1854" b="1" dirty="0">
                <a:latin typeface="Courier New"/>
                <a:ea typeface="Courier New"/>
                <a:cs typeface="Courier New"/>
                <a:sym typeface="Courier New"/>
              </a:rPr>
              <a:t>&lt;secret+commit+push&gt;</a:t>
            </a:r>
            <a:br>
              <a:rPr lang="en" sz="1854" b="1" dirty="0">
                <a:latin typeface="Courier New"/>
                <a:ea typeface="Courier New"/>
                <a:cs typeface="Courier New"/>
                <a:sym typeface="Courier New"/>
              </a:rPr>
            </a:br>
            <a:br>
              <a:rPr lang="en" sz="1854" b="1" dirty="0">
                <a:latin typeface="Courier New"/>
                <a:ea typeface="Courier New"/>
                <a:cs typeface="Courier New"/>
                <a:sym typeface="Courier New"/>
              </a:rPr>
            </a:br>
            <a:r>
              <a:rPr lang="en" sz="1854" b="1" dirty="0">
                <a:latin typeface="Courier New"/>
                <a:ea typeface="Courier New"/>
                <a:cs typeface="Courier New"/>
                <a:sym typeface="Courier New"/>
              </a:rPr>
              <a:t>gh aw run daily-test-improver --repeat 30</a:t>
            </a:r>
            <a:endParaRPr sz="27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Agentic Workflows - Safety, Safety, Safety</a:t>
            </a:r>
            <a:endParaRPr/>
          </a:p>
        </p:txBody>
      </p:sp>
      <p:sp>
        <p:nvSpPr>
          <p:cNvPr id="181" name="Google Shape;181;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74650" algn="l" rtl="0">
              <a:spcBef>
                <a:spcPts val="0"/>
              </a:spcBef>
              <a:spcAft>
                <a:spcPts val="0"/>
              </a:spcAft>
              <a:buSzPts val="2300"/>
              <a:buAutoNum type="arabicPeriod"/>
            </a:pPr>
            <a:r>
              <a:rPr lang="en" sz="2300"/>
              <a:t>Execution is VM-sandboxed (GitHub Actions VMs)</a:t>
            </a:r>
            <a:endParaRPr sz="2300"/>
          </a:p>
          <a:p>
            <a:pPr marL="457200" lvl="0" indent="-374650" algn="l" rtl="0">
              <a:spcBef>
                <a:spcPts val="0"/>
              </a:spcBef>
              <a:spcAft>
                <a:spcPts val="0"/>
              </a:spcAft>
              <a:buSzPts val="2300"/>
              <a:buAutoNum type="arabicPeriod"/>
            </a:pPr>
            <a:r>
              <a:rPr lang="en" sz="2300"/>
              <a:t>Overall permissions are minimized</a:t>
            </a:r>
            <a:endParaRPr sz="2300"/>
          </a:p>
          <a:p>
            <a:pPr marL="457200" lvl="0" indent="-374650" algn="l" rtl="0">
              <a:spcBef>
                <a:spcPts val="0"/>
              </a:spcBef>
              <a:spcAft>
                <a:spcPts val="0"/>
              </a:spcAft>
              <a:buSzPts val="2300"/>
              <a:buAutoNum type="arabicPeriod"/>
            </a:pPr>
            <a:r>
              <a:rPr lang="en" sz="2300"/>
              <a:t>Agentic steps run essentially read-only</a:t>
            </a:r>
            <a:endParaRPr sz="2300"/>
          </a:p>
          <a:p>
            <a:pPr marL="457200" lvl="0" indent="-374650" algn="l" rtl="0">
              <a:spcBef>
                <a:spcPts val="0"/>
              </a:spcBef>
              <a:spcAft>
                <a:spcPts val="0"/>
              </a:spcAft>
              <a:buSzPts val="2300"/>
              <a:buAutoNum type="arabicPeriod"/>
            </a:pPr>
            <a:r>
              <a:rPr lang="en" sz="2300"/>
              <a:t>All outputs are “in the intended channel” (“safe outputs”)</a:t>
            </a:r>
            <a:endParaRPr sz="2300"/>
          </a:p>
          <a:p>
            <a:pPr marL="914400" lvl="1" indent="-374650" algn="l" rtl="0">
              <a:spcBef>
                <a:spcPts val="0"/>
              </a:spcBef>
              <a:spcAft>
                <a:spcPts val="0"/>
              </a:spcAft>
              <a:buSzPts val="2300"/>
              <a:buAutoNum type="alphaLcPeriod"/>
            </a:pPr>
            <a:r>
              <a:rPr lang="en" sz="2300"/>
              <a:t>blast radius greatly reduced</a:t>
            </a:r>
            <a:endParaRPr sz="2300"/>
          </a:p>
          <a:p>
            <a:pPr marL="914400" lvl="1" indent="-374650" algn="l" rtl="0">
              <a:spcBef>
                <a:spcPts val="0"/>
              </a:spcBef>
              <a:spcAft>
                <a:spcPts val="0"/>
              </a:spcAft>
              <a:buSzPts val="2300"/>
              <a:buAutoNum type="alphaLcPeriod"/>
            </a:pPr>
            <a:r>
              <a:rPr lang="en" sz="2300"/>
              <a:t>checked by AI for safety</a:t>
            </a:r>
            <a:endParaRPr sz="2300"/>
          </a:p>
          <a:p>
            <a:pPr marL="914400" lvl="1" indent="-374650" algn="l" rtl="0">
              <a:spcBef>
                <a:spcPts val="0"/>
              </a:spcBef>
              <a:spcAft>
                <a:spcPts val="0"/>
              </a:spcAft>
              <a:buSzPts val="2300"/>
              <a:buAutoNum type="alphaLcPeriod"/>
            </a:pPr>
            <a:r>
              <a:rPr lang="en" sz="2300"/>
              <a:t>human oversight guaranteed</a:t>
            </a:r>
            <a:endParaRPr sz="2300"/>
          </a:p>
          <a:p>
            <a:pPr marL="457200" lvl="0" indent="-374650" algn="l" rtl="0">
              <a:spcBef>
                <a:spcPts val="0"/>
              </a:spcBef>
              <a:spcAft>
                <a:spcPts val="0"/>
              </a:spcAft>
              <a:buSzPts val="2300"/>
              <a:buAutoNum type="arabicPeriod"/>
            </a:pPr>
            <a:r>
              <a:rPr lang="en" sz="2300"/>
              <a:t>Outgoing network is firewalled and controlled</a:t>
            </a:r>
            <a:endParaRPr sz="23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8"/>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Continuous AI</a:t>
            </a:r>
            <a:endParaRPr/>
          </a:p>
          <a:p>
            <a:pPr marL="0" lvl="0" indent="0" algn="ctr" rtl="0">
              <a:spcBef>
                <a:spcPts val="0"/>
              </a:spcBef>
              <a:spcAft>
                <a:spcPts val="0"/>
              </a:spcAft>
              <a:buNone/>
            </a:pPr>
            <a:r>
              <a:rPr lang="en" sz="2800">
                <a:solidFill>
                  <a:schemeClr val="lt2"/>
                </a:solidFill>
              </a:rPr>
              <a:t>implemented by</a:t>
            </a:r>
            <a:endParaRPr sz="2800">
              <a:solidFill>
                <a:schemeClr val="lt2"/>
              </a:solidFill>
            </a:endParaRPr>
          </a:p>
          <a:p>
            <a:pPr marL="0" lvl="0" indent="0" algn="ctr" rtl="0">
              <a:spcBef>
                <a:spcPts val="0"/>
              </a:spcBef>
              <a:spcAft>
                <a:spcPts val="0"/>
              </a:spcAft>
              <a:buNone/>
            </a:pPr>
            <a:r>
              <a:rPr lang="en"/>
              <a:t>Agentic Workflows </a:t>
            </a:r>
            <a:endParaRPr/>
          </a:p>
          <a:p>
            <a:pPr marL="0" lvl="0" indent="0" algn="ctr" rtl="0">
              <a:spcBef>
                <a:spcPts val="0"/>
              </a:spcBef>
              <a:spcAft>
                <a:spcPts val="0"/>
              </a:spcAft>
              <a:buNone/>
            </a:pPr>
            <a:r>
              <a:rPr lang="en" sz="3100">
                <a:solidFill>
                  <a:schemeClr val="lt2"/>
                </a:solidFill>
              </a:rPr>
              <a:t>enables</a:t>
            </a:r>
            <a:endParaRPr sz="3100">
              <a:solidFill>
                <a:schemeClr val="lt2"/>
              </a:solidFill>
            </a:endParaRPr>
          </a:p>
          <a:p>
            <a:pPr marL="0" lvl="0" indent="0" algn="ctr" rtl="0">
              <a:spcBef>
                <a:spcPts val="0"/>
              </a:spcBef>
              <a:spcAft>
                <a:spcPts val="0"/>
              </a:spcAft>
              <a:buNone/>
            </a:pPr>
            <a:r>
              <a:rPr lang="en"/>
              <a:t>Agent Zoo</a:t>
            </a:r>
            <a:endParaRPr/>
          </a:p>
          <a:p>
            <a:pPr marL="0" lvl="0" indent="0" algn="ctr"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1"/>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Continuous AI</a:t>
            </a:r>
            <a:endParaRPr dirty="0"/>
          </a:p>
          <a:p>
            <a:pPr marL="0" lvl="0" indent="0" algn="ctr" rtl="0">
              <a:spcBef>
                <a:spcPts val="0"/>
              </a:spcBef>
              <a:spcAft>
                <a:spcPts val="0"/>
              </a:spcAft>
              <a:buNone/>
            </a:pPr>
            <a:r>
              <a:rPr lang="en" sz="2800" dirty="0">
                <a:solidFill>
                  <a:schemeClr val="lt2"/>
                </a:solidFill>
              </a:rPr>
              <a:t>implemented by</a:t>
            </a:r>
            <a:endParaRPr sz="2800" dirty="0">
              <a:solidFill>
                <a:schemeClr val="lt2"/>
              </a:solidFill>
            </a:endParaRPr>
          </a:p>
          <a:p>
            <a:pPr marL="0" lvl="0" indent="0" algn="ctr" rtl="0">
              <a:spcBef>
                <a:spcPts val="0"/>
              </a:spcBef>
              <a:spcAft>
                <a:spcPts val="0"/>
              </a:spcAft>
              <a:buNone/>
            </a:pPr>
            <a:r>
              <a:rPr lang="en" dirty="0"/>
              <a:t>Agentic Workflows </a:t>
            </a:r>
            <a:endParaRPr dirty="0"/>
          </a:p>
          <a:p>
            <a:pPr marL="0" lvl="0" indent="0" algn="ctr" rtl="0">
              <a:spcBef>
                <a:spcPts val="0"/>
              </a:spcBef>
              <a:spcAft>
                <a:spcPts val="0"/>
              </a:spcAft>
              <a:buNone/>
            </a:pPr>
            <a:r>
              <a:rPr lang="en" sz="3100" dirty="0">
                <a:solidFill>
                  <a:schemeClr val="lt2"/>
                </a:solidFill>
              </a:rPr>
              <a:t>enables</a:t>
            </a:r>
            <a:endParaRPr sz="3100" dirty="0">
              <a:solidFill>
                <a:schemeClr val="lt2"/>
              </a:solidFill>
            </a:endParaRPr>
          </a:p>
          <a:p>
            <a:pPr marL="0" lvl="0" indent="0" algn="ctr" rtl="0">
              <a:spcBef>
                <a:spcPts val="0"/>
              </a:spcBef>
              <a:spcAft>
                <a:spcPts val="0"/>
              </a:spcAft>
              <a:buNone/>
            </a:pPr>
            <a:r>
              <a:rPr lang="en" dirty="0"/>
              <a:t>Continuous Engineering</a:t>
            </a:r>
            <a:endParaRPr dirty="0"/>
          </a:p>
          <a:p>
            <a:pPr marL="0" lvl="0" indent="0" algn="ctr" rtl="0">
              <a:spcBef>
                <a:spcPts val="0"/>
              </a:spcBef>
              <a:spcAft>
                <a:spcPts val="0"/>
              </a:spcAft>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0DE367F7-8624-34D5-EE13-CA5C99C3368E}"/>
            </a:ext>
          </a:extLst>
        </p:cNvPr>
        <p:cNvGrpSpPr/>
        <p:nvPr/>
      </p:nvGrpSpPr>
      <p:grpSpPr>
        <a:xfrm>
          <a:off x="0" y="0"/>
          <a:ext cx="0" cy="0"/>
          <a:chOff x="0" y="0"/>
          <a:chExt cx="0" cy="0"/>
        </a:xfrm>
      </p:grpSpPr>
      <p:sp>
        <p:nvSpPr>
          <p:cNvPr id="165" name="Google Shape;165;p31">
            <a:extLst>
              <a:ext uri="{FF2B5EF4-FFF2-40B4-BE49-F238E27FC236}">
                <a16:creationId xmlns:a16="http://schemas.microsoft.com/office/drawing/2014/main" id="{170DB15F-079B-2753-122D-27152D66D0E2}"/>
              </a:ext>
            </a:extLst>
          </p:cNvPr>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Continuous AI</a:t>
            </a:r>
            <a:endParaRPr dirty="0"/>
          </a:p>
          <a:p>
            <a:pPr marL="0" lvl="0" indent="0" algn="ctr" rtl="0">
              <a:spcBef>
                <a:spcPts val="0"/>
              </a:spcBef>
              <a:spcAft>
                <a:spcPts val="0"/>
              </a:spcAft>
              <a:buNone/>
            </a:pPr>
            <a:r>
              <a:rPr lang="en" sz="2800" dirty="0">
                <a:solidFill>
                  <a:schemeClr val="lt2"/>
                </a:solidFill>
              </a:rPr>
              <a:t>implemented by</a:t>
            </a:r>
            <a:endParaRPr sz="2800" dirty="0">
              <a:solidFill>
                <a:schemeClr val="lt2"/>
              </a:solidFill>
            </a:endParaRPr>
          </a:p>
          <a:p>
            <a:pPr marL="0" lvl="0" indent="0" algn="ctr" rtl="0">
              <a:spcBef>
                <a:spcPts val="0"/>
              </a:spcBef>
              <a:spcAft>
                <a:spcPts val="0"/>
              </a:spcAft>
              <a:buNone/>
            </a:pPr>
            <a:r>
              <a:rPr lang="en" dirty="0"/>
              <a:t>Agentic Workflows </a:t>
            </a:r>
            <a:endParaRPr dirty="0"/>
          </a:p>
          <a:p>
            <a:pPr marL="0" lvl="0" indent="0" algn="ctr" rtl="0">
              <a:spcBef>
                <a:spcPts val="0"/>
              </a:spcBef>
              <a:spcAft>
                <a:spcPts val="0"/>
              </a:spcAft>
              <a:buNone/>
            </a:pPr>
            <a:r>
              <a:rPr lang="en" sz="3100" dirty="0">
                <a:solidFill>
                  <a:schemeClr val="lt2"/>
                </a:solidFill>
              </a:rPr>
              <a:t>enables</a:t>
            </a:r>
            <a:endParaRPr sz="3100" dirty="0">
              <a:solidFill>
                <a:schemeClr val="lt2"/>
              </a:solidFill>
            </a:endParaRPr>
          </a:p>
          <a:p>
            <a:pPr marL="0" lvl="0" indent="0" algn="ctr" rtl="0">
              <a:spcBef>
                <a:spcPts val="0"/>
              </a:spcBef>
              <a:spcAft>
                <a:spcPts val="0"/>
              </a:spcAft>
              <a:buNone/>
            </a:pPr>
            <a:r>
              <a:rPr lang="en-GB" dirty="0"/>
              <a:t>Automated Maintenance Assistance</a:t>
            </a:r>
            <a:endParaRPr dirty="0"/>
          </a:p>
          <a:p>
            <a:pPr marL="0" lvl="0" indent="0" algn="ctr" rtl="0">
              <a:spcBef>
                <a:spcPts val="0"/>
              </a:spcBef>
              <a:spcAft>
                <a:spcPts val="0"/>
              </a:spcAft>
              <a:buNone/>
            </a:pPr>
            <a:endParaRPr dirty="0"/>
          </a:p>
        </p:txBody>
      </p:sp>
    </p:spTree>
    <p:extLst>
      <p:ext uri="{BB962C8B-B14F-4D97-AF65-F5344CB8AC3E}">
        <p14:creationId xmlns:p14="http://schemas.microsoft.com/office/powerpoint/2010/main" val="3502685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E4071762-77CD-51F9-2A7E-72AB3B685840}"/>
            </a:ext>
          </a:extLst>
        </p:cNvPr>
        <p:cNvGrpSpPr/>
        <p:nvPr/>
      </p:nvGrpSpPr>
      <p:grpSpPr>
        <a:xfrm>
          <a:off x="0" y="0"/>
          <a:ext cx="0" cy="0"/>
          <a:chOff x="0" y="0"/>
          <a:chExt cx="0" cy="0"/>
        </a:xfrm>
      </p:grpSpPr>
      <p:sp>
        <p:nvSpPr>
          <p:cNvPr id="165" name="Google Shape;165;p31">
            <a:extLst>
              <a:ext uri="{FF2B5EF4-FFF2-40B4-BE49-F238E27FC236}">
                <a16:creationId xmlns:a16="http://schemas.microsoft.com/office/drawing/2014/main" id="{402E96E0-02D5-CFA2-8701-D1C101B550EC}"/>
              </a:ext>
            </a:extLst>
          </p:cNvPr>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Continuous AI</a:t>
            </a:r>
            <a:endParaRPr dirty="0"/>
          </a:p>
          <a:p>
            <a:pPr marL="0" lvl="0" indent="0" algn="ctr" rtl="0">
              <a:spcBef>
                <a:spcPts val="0"/>
              </a:spcBef>
              <a:spcAft>
                <a:spcPts val="0"/>
              </a:spcAft>
              <a:buNone/>
            </a:pPr>
            <a:r>
              <a:rPr lang="en" sz="2800" dirty="0">
                <a:solidFill>
                  <a:schemeClr val="lt2"/>
                </a:solidFill>
              </a:rPr>
              <a:t>implemented by</a:t>
            </a:r>
            <a:endParaRPr sz="2800" dirty="0">
              <a:solidFill>
                <a:schemeClr val="lt2"/>
              </a:solidFill>
            </a:endParaRPr>
          </a:p>
          <a:p>
            <a:pPr marL="0" lvl="0" indent="0" algn="ctr" rtl="0">
              <a:spcBef>
                <a:spcPts val="0"/>
              </a:spcBef>
              <a:spcAft>
                <a:spcPts val="0"/>
              </a:spcAft>
              <a:buNone/>
            </a:pPr>
            <a:r>
              <a:rPr lang="en" dirty="0"/>
              <a:t>Agentic Workflows </a:t>
            </a:r>
            <a:endParaRPr dirty="0"/>
          </a:p>
          <a:p>
            <a:pPr marL="0" lvl="0" indent="0" algn="ctr" rtl="0">
              <a:spcBef>
                <a:spcPts val="0"/>
              </a:spcBef>
              <a:spcAft>
                <a:spcPts val="0"/>
              </a:spcAft>
              <a:buNone/>
            </a:pPr>
            <a:r>
              <a:rPr lang="en" sz="3100" dirty="0">
                <a:solidFill>
                  <a:schemeClr val="lt2"/>
                </a:solidFill>
              </a:rPr>
              <a:t>enables</a:t>
            </a:r>
            <a:endParaRPr sz="3100" dirty="0">
              <a:solidFill>
                <a:schemeClr val="lt2"/>
              </a:solidFill>
            </a:endParaRPr>
          </a:p>
          <a:p>
            <a:pPr marL="0" lvl="0" indent="0" algn="ctr" rtl="0">
              <a:spcBef>
                <a:spcPts val="0"/>
              </a:spcBef>
              <a:spcAft>
                <a:spcPts val="0"/>
              </a:spcAft>
              <a:buNone/>
            </a:pPr>
            <a:r>
              <a:rPr lang="en-GB" dirty="0"/>
              <a:t>Repository Velocity</a:t>
            </a:r>
            <a:endParaRPr dirty="0"/>
          </a:p>
          <a:p>
            <a:pPr marL="0" lvl="0" indent="0" algn="ctr" rtl="0">
              <a:spcBef>
                <a:spcPts val="0"/>
              </a:spcBef>
              <a:spcAft>
                <a:spcPts val="0"/>
              </a:spcAft>
              <a:buNone/>
            </a:pPr>
            <a:endParaRPr dirty="0"/>
          </a:p>
        </p:txBody>
      </p:sp>
    </p:spTree>
    <p:extLst>
      <p:ext uri="{BB962C8B-B14F-4D97-AF65-F5344CB8AC3E}">
        <p14:creationId xmlns:p14="http://schemas.microsoft.com/office/powerpoint/2010/main" val="2371638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a:extLst>
            <a:ext uri="{FF2B5EF4-FFF2-40B4-BE49-F238E27FC236}">
              <a16:creationId xmlns:a16="http://schemas.microsoft.com/office/drawing/2014/main" id="{12237948-E480-DF8C-96B7-F08FD40EFD58}"/>
            </a:ext>
          </a:extLst>
        </p:cNvPr>
        <p:cNvGrpSpPr/>
        <p:nvPr/>
      </p:nvGrpSpPr>
      <p:grpSpPr>
        <a:xfrm>
          <a:off x="0" y="0"/>
          <a:ext cx="0" cy="0"/>
          <a:chOff x="0" y="0"/>
          <a:chExt cx="0" cy="0"/>
        </a:xfrm>
      </p:grpSpPr>
      <p:sp>
        <p:nvSpPr>
          <p:cNvPr id="207" name="Google Shape;207;p33">
            <a:extLst>
              <a:ext uri="{FF2B5EF4-FFF2-40B4-BE49-F238E27FC236}">
                <a16:creationId xmlns:a16="http://schemas.microsoft.com/office/drawing/2014/main" id="{0E4DF329-F1B1-090C-4B5D-96341DC73A2D}"/>
              </a:ext>
            </a:extLst>
          </p:cNvPr>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BREAKOUT</a:t>
            </a:r>
            <a:endParaRPr dirty="0"/>
          </a:p>
        </p:txBody>
      </p:sp>
    </p:spTree>
    <p:extLst>
      <p:ext uri="{BB962C8B-B14F-4D97-AF65-F5344CB8AC3E}">
        <p14:creationId xmlns:p14="http://schemas.microsoft.com/office/powerpoint/2010/main" val="1052713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6">
          <a:extLst>
            <a:ext uri="{FF2B5EF4-FFF2-40B4-BE49-F238E27FC236}">
              <a16:creationId xmlns:a16="http://schemas.microsoft.com/office/drawing/2014/main" id="{765916E5-3B4D-F759-5C13-EEB0988CD06D}"/>
            </a:ext>
          </a:extLst>
        </p:cNvPr>
        <p:cNvGrpSpPr/>
        <p:nvPr/>
      </p:nvGrpSpPr>
      <p:grpSpPr>
        <a:xfrm>
          <a:off x="0" y="0"/>
          <a:ext cx="0" cy="0"/>
          <a:chOff x="0" y="0"/>
          <a:chExt cx="0" cy="0"/>
        </a:xfrm>
      </p:grpSpPr>
      <p:sp>
        <p:nvSpPr>
          <p:cNvPr id="207" name="Google Shape;207;p33">
            <a:extLst>
              <a:ext uri="{FF2B5EF4-FFF2-40B4-BE49-F238E27FC236}">
                <a16:creationId xmlns:a16="http://schemas.microsoft.com/office/drawing/2014/main" id="{5D168E52-B57F-D48B-2028-AED9588D2B65}"/>
              </a:ext>
            </a:extLst>
          </p:cNvPr>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3600" dirty="0"/>
              <a:t>Q1 – What are your key goals in your repositories?</a:t>
            </a:r>
            <a:br>
              <a:rPr lang="en" sz="3600" dirty="0"/>
            </a:br>
            <a:br>
              <a:rPr lang="en" sz="3600" dirty="0"/>
            </a:br>
            <a:r>
              <a:rPr lang="en" sz="2000" dirty="0"/>
              <a:t>Sample keywords: quality, backlog, stability, maintenance, community, velocity, adoption, contribution, performance, simplicity, leadership, human visibility, being a part of something, education, helping others, making money, raising money</a:t>
            </a:r>
            <a:endParaRPr sz="3600" dirty="0"/>
          </a:p>
        </p:txBody>
      </p:sp>
    </p:spTree>
    <p:extLst>
      <p:ext uri="{BB962C8B-B14F-4D97-AF65-F5344CB8AC3E}">
        <p14:creationId xmlns:p14="http://schemas.microsoft.com/office/powerpoint/2010/main" val="1746848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6">
          <a:extLst>
            <a:ext uri="{FF2B5EF4-FFF2-40B4-BE49-F238E27FC236}">
              <a16:creationId xmlns:a16="http://schemas.microsoft.com/office/drawing/2014/main" id="{2FEE0995-72D5-20FB-F4DC-F02C6563C584}"/>
            </a:ext>
          </a:extLst>
        </p:cNvPr>
        <p:cNvGrpSpPr/>
        <p:nvPr/>
      </p:nvGrpSpPr>
      <p:grpSpPr>
        <a:xfrm>
          <a:off x="0" y="0"/>
          <a:ext cx="0" cy="0"/>
          <a:chOff x="0" y="0"/>
          <a:chExt cx="0" cy="0"/>
        </a:xfrm>
      </p:grpSpPr>
      <p:sp>
        <p:nvSpPr>
          <p:cNvPr id="207" name="Google Shape;207;p33">
            <a:extLst>
              <a:ext uri="{FF2B5EF4-FFF2-40B4-BE49-F238E27FC236}">
                <a16:creationId xmlns:a16="http://schemas.microsoft.com/office/drawing/2014/main" id="{76BF6528-9C6E-F1CA-4389-CF01798B4DFA}"/>
              </a:ext>
            </a:extLst>
          </p:cNvPr>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2800" dirty="0"/>
              <a:t>Q2 – What would you, your co-maintainers and community think about automated AI presence in your repo?</a:t>
            </a:r>
            <a:br>
              <a:rPr lang="en" sz="2800" dirty="0"/>
            </a:br>
            <a:br>
              <a:rPr lang="en" sz="4000" dirty="0"/>
            </a:br>
            <a:r>
              <a:rPr lang="en" sz="2400" dirty="0"/>
              <a:t>Hint: “they would utterly hate it” is a valid response</a:t>
            </a:r>
            <a:endParaRPr sz="4000" dirty="0"/>
          </a:p>
        </p:txBody>
      </p:sp>
    </p:spTree>
    <p:extLst>
      <p:ext uri="{BB962C8B-B14F-4D97-AF65-F5344CB8AC3E}">
        <p14:creationId xmlns:p14="http://schemas.microsoft.com/office/powerpoint/2010/main" val="3113749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6">
          <a:extLst>
            <a:ext uri="{FF2B5EF4-FFF2-40B4-BE49-F238E27FC236}">
              <a16:creationId xmlns:a16="http://schemas.microsoft.com/office/drawing/2014/main" id="{65CB3D1D-C217-1CA9-B4A5-3FC4A6309C16}"/>
            </a:ext>
          </a:extLst>
        </p:cNvPr>
        <p:cNvGrpSpPr/>
        <p:nvPr/>
      </p:nvGrpSpPr>
      <p:grpSpPr>
        <a:xfrm>
          <a:off x="0" y="0"/>
          <a:ext cx="0" cy="0"/>
          <a:chOff x="0" y="0"/>
          <a:chExt cx="0" cy="0"/>
        </a:xfrm>
      </p:grpSpPr>
      <p:sp>
        <p:nvSpPr>
          <p:cNvPr id="207" name="Google Shape;207;p33">
            <a:extLst>
              <a:ext uri="{FF2B5EF4-FFF2-40B4-BE49-F238E27FC236}">
                <a16:creationId xmlns:a16="http://schemas.microsoft.com/office/drawing/2014/main" id="{AC6EF345-B42D-BDE4-B478-FA7507B071B3}"/>
              </a:ext>
            </a:extLst>
          </p:cNvPr>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fontScale="90000"/>
          </a:bodyPr>
          <a:lstStyle/>
          <a:p>
            <a:pPr lvl="0"/>
            <a:r>
              <a:rPr lang="en" sz="3100" dirty="0"/>
              <a:t>Q3 – Which of these (if any) would you or your community choose to use?</a:t>
            </a:r>
            <a:br>
              <a:rPr lang="en" sz="3100" dirty="0"/>
            </a:br>
            <a:br>
              <a:rPr lang="en" sz="3100" dirty="0"/>
            </a:br>
            <a:r>
              <a:rPr lang="en" sz="1800" b="0" dirty="0"/>
              <a:t>AI workflows under your control that automatically:</a:t>
            </a:r>
            <a:br>
              <a:rPr lang="en" sz="1800" b="0" dirty="0"/>
            </a:br>
            <a:r>
              <a:rPr lang="en" sz="1800" b="0" dirty="0"/>
              <a:t>- </a:t>
            </a:r>
            <a:r>
              <a:rPr lang="en" sz="1800" dirty="0"/>
              <a:t>label issues?</a:t>
            </a:r>
            <a:br>
              <a:rPr lang="en" sz="1800" b="0" dirty="0"/>
            </a:br>
            <a:r>
              <a:rPr lang="en" sz="1800" b="0" dirty="0"/>
              <a:t>- </a:t>
            </a:r>
            <a:r>
              <a:rPr lang="en" sz="1800" dirty="0"/>
              <a:t>label or close low quality of spam issues</a:t>
            </a:r>
            <a:br>
              <a:rPr lang="en" sz="1800" b="0" dirty="0"/>
            </a:br>
            <a:r>
              <a:rPr lang="en" sz="1800" b="0" dirty="0"/>
              <a:t>- </a:t>
            </a:r>
            <a:r>
              <a:rPr lang="en" sz="1800" dirty="0"/>
              <a:t>label or close low quality or spam PRs</a:t>
            </a:r>
            <a:br>
              <a:rPr lang="en" sz="1800" b="0" dirty="0"/>
            </a:br>
            <a:r>
              <a:rPr lang="en" sz="1800" b="0" dirty="0"/>
              <a:t>- </a:t>
            </a:r>
            <a:r>
              <a:rPr lang="en" sz="1800" dirty="0"/>
              <a:t>respond to long legacy issues</a:t>
            </a:r>
            <a:r>
              <a:rPr lang="en" sz="1800" b="0" dirty="0"/>
              <a:t> (&gt; 2Yr) with its “point of view” or analysis</a:t>
            </a:r>
            <a:br>
              <a:rPr lang="en" sz="1800" b="0" dirty="0"/>
            </a:br>
            <a:r>
              <a:rPr lang="en" sz="1800" b="0" dirty="0"/>
              <a:t>- </a:t>
            </a:r>
            <a:r>
              <a:rPr lang="en" sz="1800" dirty="0"/>
              <a:t>create pull requests </a:t>
            </a:r>
            <a:r>
              <a:rPr lang="en" sz="1800" b="0" dirty="0"/>
              <a:t>for long legacy issues</a:t>
            </a:r>
            <a:br>
              <a:rPr lang="en" sz="1800" b="0" dirty="0"/>
            </a:br>
            <a:r>
              <a:rPr lang="en" sz="1800" b="0" dirty="0"/>
              <a:t>- </a:t>
            </a:r>
            <a:r>
              <a:rPr lang="en" sz="1800" dirty="0"/>
              <a:t>propose engineering improvements </a:t>
            </a:r>
            <a:r>
              <a:rPr lang="en" sz="1800" b="0" dirty="0"/>
              <a:t>via new issues or dicussions</a:t>
            </a:r>
            <a:br>
              <a:rPr lang="en" sz="1800" b="0" dirty="0"/>
            </a:br>
            <a:r>
              <a:rPr lang="en" sz="1800" b="0" dirty="0"/>
              <a:t>- </a:t>
            </a:r>
            <a:r>
              <a:rPr lang="en" sz="1800" dirty="0"/>
              <a:t>give engineering advice </a:t>
            </a:r>
            <a:r>
              <a:rPr lang="en" sz="1800" b="0" dirty="0"/>
              <a:t>to the maintainer through issues or back channels</a:t>
            </a:r>
            <a:br>
              <a:rPr lang="en" sz="1800" b="0" dirty="0"/>
            </a:br>
            <a:r>
              <a:rPr lang="en" sz="1800" b="0" dirty="0"/>
              <a:t>- </a:t>
            </a:r>
            <a:r>
              <a:rPr lang="en" sz="1800" dirty="0"/>
              <a:t>propose documentation updates</a:t>
            </a:r>
            <a:br>
              <a:rPr lang="en" sz="1800" b="0" dirty="0"/>
            </a:br>
            <a:r>
              <a:rPr lang="en" sz="1800" b="0" dirty="0"/>
              <a:t>- </a:t>
            </a:r>
            <a:r>
              <a:rPr lang="en" sz="1800" dirty="0"/>
              <a:t>propose forward code simplifications and refactorings</a:t>
            </a:r>
            <a:br>
              <a:rPr lang="en" sz="1800" b="0" dirty="0"/>
            </a:br>
            <a:r>
              <a:rPr lang="en" sz="1800" b="0" dirty="0"/>
              <a:t>- </a:t>
            </a:r>
            <a:r>
              <a:rPr lang="en" sz="1800" dirty="0"/>
              <a:t>propose forward test improvements</a:t>
            </a:r>
            <a:br>
              <a:rPr lang="en" sz="1800" b="0" dirty="0"/>
            </a:br>
            <a:r>
              <a:rPr lang="en" sz="1800" b="0" dirty="0"/>
              <a:t>- </a:t>
            </a:r>
            <a:r>
              <a:rPr lang="en" sz="1800" dirty="0"/>
              <a:t>propose forward performance improvements and benchmarks</a:t>
            </a:r>
            <a:br>
              <a:rPr lang="en" sz="1800" b="0" dirty="0"/>
            </a:br>
            <a:r>
              <a:rPr lang="en" sz="1800" b="0" dirty="0"/>
              <a:t>- other - discuss</a:t>
            </a:r>
            <a:endParaRPr sz="1800" b="0" dirty="0"/>
          </a:p>
        </p:txBody>
      </p:sp>
    </p:spTree>
    <p:extLst>
      <p:ext uri="{BB962C8B-B14F-4D97-AF65-F5344CB8AC3E}">
        <p14:creationId xmlns:p14="http://schemas.microsoft.com/office/powerpoint/2010/main" val="1976786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6">
          <a:extLst>
            <a:ext uri="{FF2B5EF4-FFF2-40B4-BE49-F238E27FC236}">
              <a16:creationId xmlns:a16="http://schemas.microsoft.com/office/drawing/2014/main" id="{A7D074ED-2BEF-7513-633F-78A52D1BCE87}"/>
            </a:ext>
          </a:extLst>
        </p:cNvPr>
        <p:cNvGrpSpPr/>
        <p:nvPr/>
      </p:nvGrpSpPr>
      <p:grpSpPr>
        <a:xfrm>
          <a:off x="0" y="0"/>
          <a:ext cx="0" cy="0"/>
          <a:chOff x="0" y="0"/>
          <a:chExt cx="0" cy="0"/>
        </a:xfrm>
      </p:grpSpPr>
      <p:sp>
        <p:nvSpPr>
          <p:cNvPr id="207" name="Google Shape;207;p33">
            <a:extLst>
              <a:ext uri="{FF2B5EF4-FFF2-40B4-BE49-F238E27FC236}">
                <a16:creationId xmlns:a16="http://schemas.microsoft.com/office/drawing/2014/main" id="{5D18B4A9-0182-9975-4560-FBA6A680182C}"/>
              </a:ext>
            </a:extLst>
          </p:cNvPr>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3200" dirty="0"/>
              <a:t>Q4 – Brainstorm on quality goals for AI to contribute towards</a:t>
            </a:r>
            <a:br>
              <a:rPr lang="en" sz="3200" dirty="0"/>
            </a:br>
            <a:br>
              <a:rPr lang="en" sz="3200" dirty="0"/>
            </a:br>
            <a:r>
              <a:rPr lang="en" sz="2000" dirty="0"/>
              <a:t>What quality goals are you </a:t>
            </a:r>
            <a:r>
              <a:rPr lang="en" sz="2000" b="0" dirty="0"/>
              <a:t>not </a:t>
            </a:r>
            <a:r>
              <a:rPr lang="en" sz="2000" dirty="0"/>
              <a:t>able to make progress on?</a:t>
            </a:r>
            <a:br>
              <a:rPr lang="en" sz="2000" dirty="0"/>
            </a:br>
            <a:br>
              <a:rPr lang="en" sz="2000" dirty="0"/>
            </a:br>
            <a:r>
              <a:rPr lang="en" sz="2000" dirty="0"/>
              <a:t>Simplicity? Test coverage? Integration tests? Test performance? Code performance? Documentation? Accessibility? </a:t>
            </a:r>
            <a:endParaRPr sz="2000" dirty="0"/>
          </a:p>
        </p:txBody>
      </p:sp>
    </p:spTree>
    <p:extLst>
      <p:ext uri="{BB962C8B-B14F-4D97-AF65-F5344CB8AC3E}">
        <p14:creationId xmlns:p14="http://schemas.microsoft.com/office/powerpoint/2010/main" val="3748911112"/>
      </p:ext>
    </p:extLst>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TotalTime>
  <Words>1363</Words>
  <Application>Microsoft Office PowerPoint</Application>
  <PresentationFormat>On-screen Show (16:9)</PresentationFormat>
  <Paragraphs>161</Paragraphs>
  <Slides>21</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Mona Sans</vt:lpstr>
      <vt:lpstr>Helvetica Neue</vt:lpstr>
      <vt:lpstr>Courier New</vt:lpstr>
      <vt:lpstr>Aptos</vt:lpstr>
      <vt:lpstr>Arial</vt:lpstr>
      <vt:lpstr>Roboto</vt:lpstr>
      <vt:lpstr>Inter</vt:lpstr>
      <vt:lpstr>Inter Black</vt:lpstr>
      <vt:lpstr>Inter Light</vt:lpstr>
      <vt:lpstr>Simple Dark</vt:lpstr>
      <vt:lpstr>Agentic Repository Automation for Maintainers</vt:lpstr>
      <vt:lpstr>GitHub Next Research, Build, Balance, Ship, Learn </vt:lpstr>
      <vt:lpstr>We live in the most incredible of times</vt:lpstr>
      <vt:lpstr>We live in the most incredible of times</vt:lpstr>
      <vt:lpstr>Continuous AI</vt:lpstr>
      <vt:lpstr>Theme 5: Continuous AI</vt:lpstr>
      <vt:lpstr>Continuous AI implemented by Agentic Workflows  </vt:lpstr>
      <vt:lpstr>PowerPoint Presentation</vt:lpstr>
      <vt:lpstr>Example - Weekly Researcher</vt:lpstr>
      <vt:lpstr>Example - Issue Triage</vt:lpstr>
      <vt:lpstr>Agentic Workflows - Getting Started</vt:lpstr>
      <vt:lpstr>Agentic Workflows - Safety, Safety, Safety</vt:lpstr>
      <vt:lpstr>Continuous AI implemented by Agentic Workflows  enables Agent Zoo </vt:lpstr>
      <vt:lpstr>Continuous AI implemented by Agentic Workflows  enables Continuous Engineering </vt:lpstr>
      <vt:lpstr>Continuous AI implemented by Agentic Workflows  enables Automated Maintenance Assistance </vt:lpstr>
      <vt:lpstr>Continuous AI implemented by Agentic Workflows  enables Repository Velocity </vt:lpstr>
      <vt:lpstr>BREAKOUT</vt:lpstr>
      <vt:lpstr>Q1 – What are your key goals in your repositories?  Sample keywords: quality, backlog, stability, maintenance, community, velocity, adoption, contribution, performance, simplicity, leadership, human visibility, being a part of something, education, helping others, making money, raising money</vt:lpstr>
      <vt:lpstr>Q2 – What would you, your co-maintainers and community think about automated AI presence in your repo?  Hint: “they would utterly hate it” is a valid response</vt:lpstr>
      <vt:lpstr>Q3 – Which of these (if any) would you or your community choose to use?  AI workflows under your control that automatically: - label issues? - label or close low quality of spam issues - label or close low quality or spam PRs - respond to long legacy issues (&gt; 2Yr) with its “point of view” or analysis - create pull requests for long legacy issues - propose engineering improvements via new issues or dicussions - give engineering advice to the maintainer through issues or back channels - propose documentation updates - propose forward code simplifications and refactorings - propose forward test improvements - propose forward performance improvements and benchmarks - other - discuss</vt:lpstr>
      <vt:lpstr>Q4 – Brainstorm on quality goals for AI to contribute towards  What quality goals are you not able to make progress on?  Simplicity? Test coverage? Integration tests? Test performance? Code performance? Documentation? Accessibility?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Don Syme</cp:lastModifiedBy>
  <cp:revision>2</cp:revision>
  <dcterms:modified xsi:type="dcterms:W3CDTF">2026-05-06T15:24:56Z</dcterms:modified>
</cp:coreProperties>
</file>